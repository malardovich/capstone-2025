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Lustria"/>
      <p:regular r:id="rId17"/>
    </p:embeddedFont>
    <p:embeddedFont>
      <p:font typeface="Open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iU33w7qpJxZhKW1rl4xkLog4EM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OpenSans-italic.fntdata"/><Relationship Id="rId22" Type="http://customschemas.google.com/relationships/presentationmetadata" Target="metadata"/><Relationship Id="rId21" Type="http://schemas.openxmlformats.org/officeDocument/2006/relationships/font" Target="fonts/Open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Lustria-regular.fntdata"/><Relationship Id="rId16" Type="http://schemas.openxmlformats.org/officeDocument/2006/relationships/slide" Target="slides/slide12.xml"/><Relationship Id="rId19" Type="http://schemas.openxmlformats.org/officeDocument/2006/relationships/font" Target="fonts/OpenSans-bold.fntdata"/><Relationship Id="rId18" Type="http://schemas.openxmlformats.org/officeDocument/2006/relationships/font" Target="fonts/Open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3d46ff33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43d46ff3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3e64b3273b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3e64b3273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43d46ff339_1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43d46ff339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49b853f79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49b853f7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3e746232d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3e746232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9"/>
          <p:cNvSpPr txBox="1"/>
          <p:nvPr>
            <p:ph type="ctrTitle"/>
          </p:nvPr>
        </p:nvSpPr>
        <p:spPr>
          <a:xfrm>
            <a:off x="704088" y="889820"/>
            <a:ext cx="9989574" cy="359860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5400"/>
              <a:buFont typeface="Open Sans"/>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9"/>
          <p:cNvSpPr txBox="1"/>
          <p:nvPr>
            <p:ph idx="1" type="subTitle"/>
          </p:nvPr>
        </p:nvSpPr>
        <p:spPr>
          <a:xfrm>
            <a:off x="704088" y="4488426"/>
            <a:ext cx="6991776" cy="1302774"/>
          </a:xfrm>
          <a:prstGeom prst="rect">
            <a:avLst/>
          </a:prstGeom>
          <a:noFill/>
          <a:ln>
            <a:noFill/>
          </a:ln>
        </p:spPr>
        <p:txBody>
          <a:bodyPr anchorCtr="0" anchor="b" bIns="45700" lIns="91425" spcFirstLastPara="1" rIns="91425" wrap="square" tIns="45700">
            <a:normAutofit/>
          </a:bodyPr>
          <a:lstStyle>
            <a:lvl1pPr lvl="0" algn="l">
              <a:lnSpc>
                <a:spcPct val="110000"/>
              </a:lnSpc>
              <a:spcBef>
                <a:spcPts val="1000"/>
              </a:spcBef>
              <a:spcAft>
                <a:spcPts val="0"/>
              </a:spcAft>
              <a:buClr>
                <a:schemeClr val="dk1"/>
              </a:buClr>
              <a:buSzPts val="2000"/>
              <a:buNone/>
              <a:defRPr sz="20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 name="Google Shape;16;p9"/>
          <p:cNvSpPr txBox="1"/>
          <p:nvPr>
            <p:ph idx="10" type="dt"/>
          </p:nvPr>
        </p:nvSpPr>
        <p:spPr>
          <a:xfrm>
            <a:off x="8369448" y="6356350"/>
            <a:ext cx="254956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9"/>
          <p:cNvSpPr txBox="1"/>
          <p:nvPr>
            <p:ph idx="11" type="ftr"/>
          </p:nvPr>
        </p:nvSpPr>
        <p:spPr>
          <a:xfrm>
            <a:off x="704088" y="6356350"/>
            <a:ext cx="453972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9"/>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0"/>
          <p:cNvSpPr txBox="1"/>
          <p:nvPr>
            <p:ph type="title"/>
          </p:nvPr>
        </p:nvSpPr>
        <p:spPr>
          <a:xfrm>
            <a:off x="700635" y="914400"/>
            <a:ext cx="10691265" cy="130759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0"/>
          <p:cNvSpPr txBox="1"/>
          <p:nvPr>
            <p:ph idx="1" type="body"/>
          </p:nvPr>
        </p:nvSpPr>
        <p:spPr>
          <a:xfrm>
            <a:off x="700635" y="2221992"/>
            <a:ext cx="10691265" cy="3739896"/>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10"/>
          <p:cNvSpPr txBox="1"/>
          <p:nvPr>
            <p:ph idx="10" type="dt"/>
          </p:nvPr>
        </p:nvSpPr>
        <p:spPr>
          <a:xfrm>
            <a:off x="8369448" y="6356350"/>
            <a:ext cx="254956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0"/>
          <p:cNvSpPr txBox="1"/>
          <p:nvPr>
            <p:ph idx="11" type="ftr"/>
          </p:nvPr>
        </p:nvSpPr>
        <p:spPr>
          <a:xfrm>
            <a:off x="704088" y="6356350"/>
            <a:ext cx="453972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0"/>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11"/>
          <p:cNvSpPr txBox="1"/>
          <p:nvPr>
            <p:ph type="title"/>
          </p:nvPr>
        </p:nvSpPr>
        <p:spPr>
          <a:xfrm>
            <a:off x="715383" y="1709738"/>
            <a:ext cx="10632067" cy="285273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6000"/>
              <a:buFont typeface="Open San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1"/>
          <p:cNvSpPr txBox="1"/>
          <p:nvPr>
            <p:ph idx="1" type="body"/>
          </p:nvPr>
        </p:nvSpPr>
        <p:spPr>
          <a:xfrm>
            <a:off x="715383" y="4589463"/>
            <a:ext cx="10632067"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rgbClr val="888888"/>
              </a:buClr>
              <a:buSzPts val="2400"/>
              <a:buNone/>
              <a:defRPr sz="2400">
                <a:solidFill>
                  <a:srgbClr val="888888"/>
                </a:solidFill>
              </a:defRPr>
            </a:lvl1pPr>
            <a:lvl2pPr indent="-228600" lvl="1" marL="914400" algn="l">
              <a:lnSpc>
                <a:spcPct val="110000"/>
              </a:lnSpc>
              <a:spcBef>
                <a:spcPts val="500"/>
              </a:spcBef>
              <a:spcAft>
                <a:spcPts val="0"/>
              </a:spcAft>
              <a:buClr>
                <a:srgbClr val="888888"/>
              </a:buClr>
              <a:buSzPts val="2000"/>
              <a:buNone/>
              <a:defRPr sz="2000">
                <a:solidFill>
                  <a:srgbClr val="888888"/>
                </a:solidFill>
              </a:defRPr>
            </a:lvl2pPr>
            <a:lvl3pPr indent="-228600" lvl="2" marL="1371600" algn="l">
              <a:lnSpc>
                <a:spcPct val="110000"/>
              </a:lnSpc>
              <a:spcBef>
                <a:spcPts val="500"/>
              </a:spcBef>
              <a:spcAft>
                <a:spcPts val="0"/>
              </a:spcAft>
              <a:buClr>
                <a:srgbClr val="888888"/>
              </a:buClr>
              <a:buSzPts val="1800"/>
              <a:buNone/>
              <a:defRPr sz="1800">
                <a:solidFill>
                  <a:srgbClr val="888888"/>
                </a:solidFill>
              </a:defRPr>
            </a:lvl3pPr>
            <a:lvl4pPr indent="-228600" lvl="3" marL="1828800" algn="l">
              <a:lnSpc>
                <a:spcPct val="110000"/>
              </a:lnSpc>
              <a:spcBef>
                <a:spcPts val="500"/>
              </a:spcBef>
              <a:spcAft>
                <a:spcPts val="0"/>
              </a:spcAft>
              <a:buClr>
                <a:srgbClr val="888888"/>
              </a:buClr>
              <a:buSzPts val="1600"/>
              <a:buNone/>
              <a:defRPr sz="1600">
                <a:solidFill>
                  <a:srgbClr val="888888"/>
                </a:solidFill>
              </a:defRPr>
            </a:lvl4pPr>
            <a:lvl5pPr indent="-228600" lvl="4" marL="2286000" algn="l">
              <a:lnSpc>
                <a:spcPct val="11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8" name="Google Shape;28;p11"/>
          <p:cNvSpPr txBox="1"/>
          <p:nvPr>
            <p:ph idx="10" type="dt"/>
          </p:nvPr>
        </p:nvSpPr>
        <p:spPr>
          <a:xfrm>
            <a:off x="8369448" y="6356350"/>
            <a:ext cx="254956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1"/>
          <p:cNvSpPr txBox="1"/>
          <p:nvPr>
            <p:ph idx="11" type="ftr"/>
          </p:nvPr>
        </p:nvSpPr>
        <p:spPr>
          <a:xfrm>
            <a:off x="704088" y="6356350"/>
            <a:ext cx="453972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1"/>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12"/>
          <p:cNvSpPr txBox="1"/>
          <p:nvPr>
            <p:ph type="title"/>
          </p:nvPr>
        </p:nvSpPr>
        <p:spPr>
          <a:xfrm>
            <a:off x="700635" y="914400"/>
            <a:ext cx="10691265" cy="130759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2"/>
          <p:cNvSpPr txBox="1"/>
          <p:nvPr>
            <p:ph idx="1" type="body"/>
          </p:nvPr>
        </p:nvSpPr>
        <p:spPr>
          <a:xfrm>
            <a:off x="704088" y="2221992"/>
            <a:ext cx="5212080" cy="3739896"/>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12"/>
          <p:cNvSpPr txBox="1"/>
          <p:nvPr>
            <p:ph idx="2" type="body"/>
          </p:nvPr>
        </p:nvSpPr>
        <p:spPr>
          <a:xfrm>
            <a:off x="6181344" y="2221992"/>
            <a:ext cx="5212080" cy="3739896"/>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2"/>
          <p:cNvSpPr txBox="1"/>
          <p:nvPr>
            <p:ph idx="10" type="dt"/>
          </p:nvPr>
        </p:nvSpPr>
        <p:spPr>
          <a:xfrm>
            <a:off x="8369448" y="6356350"/>
            <a:ext cx="254956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2"/>
          <p:cNvSpPr txBox="1"/>
          <p:nvPr>
            <p:ph idx="11" type="ftr"/>
          </p:nvPr>
        </p:nvSpPr>
        <p:spPr>
          <a:xfrm>
            <a:off x="704088" y="6356350"/>
            <a:ext cx="453972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2"/>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13"/>
          <p:cNvSpPr txBox="1"/>
          <p:nvPr>
            <p:ph type="title"/>
          </p:nvPr>
        </p:nvSpPr>
        <p:spPr>
          <a:xfrm>
            <a:off x="704087" y="929147"/>
            <a:ext cx="10689336" cy="79845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3"/>
          <p:cNvSpPr txBox="1"/>
          <p:nvPr>
            <p:ph idx="1" type="body"/>
          </p:nvPr>
        </p:nvSpPr>
        <p:spPr>
          <a:xfrm>
            <a:off x="704088" y="1756538"/>
            <a:ext cx="5212080" cy="657225"/>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600"/>
              <a:buNone/>
              <a:defRPr b="1" sz="1600">
                <a:latin typeface="Open Sans"/>
                <a:ea typeface="Open Sans"/>
                <a:cs typeface="Open Sans"/>
                <a:sym typeface="Open Sans"/>
              </a:defRPr>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3"/>
          <p:cNvSpPr txBox="1"/>
          <p:nvPr>
            <p:ph idx="2" type="body"/>
          </p:nvPr>
        </p:nvSpPr>
        <p:spPr>
          <a:xfrm>
            <a:off x="704088" y="2442702"/>
            <a:ext cx="5212080" cy="3519185"/>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3"/>
          <p:cNvSpPr txBox="1"/>
          <p:nvPr>
            <p:ph idx="3" type="body"/>
          </p:nvPr>
        </p:nvSpPr>
        <p:spPr>
          <a:xfrm>
            <a:off x="6181344" y="1756538"/>
            <a:ext cx="5212080" cy="657225"/>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600"/>
              <a:buNone/>
              <a:defRPr b="1" sz="1600">
                <a:latin typeface="Open Sans"/>
                <a:ea typeface="Open Sans"/>
                <a:cs typeface="Open Sans"/>
                <a:sym typeface="Open Sans"/>
              </a:defRPr>
            </a:lvl1pPr>
            <a:lvl2pPr indent="-228600" lvl="1" marL="914400" algn="l">
              <a:lnSpc>
                <a:spcPct val="110000"/>
              </a:lnSpc>
              <a:spcBef>
                <a:spcPts val="500"/>
              </a:spcBef>
              <a:spcAft>
                <a:spcPts val="0"/>
              </a:spcAft>
              <a:buClr>
                <a:schemeClr val="dk1"/>
              </a:buClr>
              <a:buSzPts val="2000"/>
              <a:buNone/>
              <a:defRPr b="1" sz="2000"/>
            </a:lvl2pPr>
            <a:lvl3pPr indent="-228600" lvl="2" marL="1371600" algn="l">
              <a:lnSpc>
                <a:spcPct val="110000"/>
              </a:lnSpc>
              <a:spcBef>
                <a:spcPts val="500"/>
              </a:spcBef>
              <a:spcAft>
                <a:spcPts val="0"/>
              </a:spcAft>
              <a:buClr>
                <a:schemeClr val="dk1"/>
              </a:buClr>
              <a:buSzPts val="1800"/>
              <a:buNone/>
              <a:defRPr b="1" sz="1800"/>
            </a:lvl3pPr>
            <a:lvl4pPr indent="-228600" lvl="3" marL="1828800" algn="l">
              <a:lnSpc>
                <a:spcPct val="110000"/>
              </a:lnSpc>
              <a:spcBef>
                <a:spcPts val="500"/>
              </a:spcBef>
              <a:spcAft>
                <a:spcPts val="0"/>
              </a:spcAft>
              <a:buClr>
                <a:schemeClr val="dk1"/>
              </a:buClr>
              <a:buSzPts val="1600"/>
              <a:buNone/>
              <a:defRPr b="1" sz="1600"/>
            </a:lvl4pPr>
            <a:lvl5pPr indent="-228600" lvl="4" marL="2286000" algn="l">
              <a:lnSpc>
                <a:spcPct val="11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3"/>
          <p:cNvSpPr txBox="1"/>
          <p:nvPr>
            <p:ph idx="4" type="body"/>
          </p:nvPr>
        </p:nvSpPr>
        <p:spPr>
          <a:xfrm>
            <a:off x="6181344" y="2442702"/>
            <a:ext cx="5212080" cy="3519185"/>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3"/>
          <p:cNvSpPr txBox="1"/>
          <p:nvPr>
            <p:ph idx="10" type="dt"/>
          </p:nvPr>
        </p:nvSpPr>
        <p:spPr>
          <a:xfrm>
            <a:off x="8369448" y="6356350"/>
            <a:ext cx="254956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3"/>
          <p:cNvSpPr txBox="1"/>
          <p:nvPr>
            <p:ph idx="11" type="ftr"/>
          </p:nvPr>
        </p:nvSpPr>
        <p:spPr>
          <a:xfrm>
            <a:off x="704088" y="6356350"/>
            <a:ext cx="453972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3"/>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14"/>
          <p:cNvSpPr txBox="1"/>
          <p:nvPr>
            <p:ph type="title"/>
          </p:nvPr>
        </p:nvSpPr>
        <p:spPr>
          <a:xfrm>
            <a:off x="700635" y="914400"/>
            <a:ext cx="10691265" cy="130759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4"/>
          <p:cNvSpPr txBox="1"/>
          <p:nvPr>
            <p:ph idx="10" type="dt"/>
          </p:nvPr>
        </p:nvSpPr>
        <p:spPr>
          <a:xfrm>
            <a:off x="8369448" y="6356350"/>
            <a:ext cx="254956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4"/>
          <p:cNvSpPr txBox="1"/>
          <p:nvPr>
            <p:ph idx="11" type="ftr"/>
          </p:nvPr>
        </p:nvSpPr>
        <p:spPr>
          <a:xfrm>
            <a:off x="704088" y="6356350"/>
            <a:ext cx="453972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4"/>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5"/>
          <p:cNvSpPr txBox="1"/>
          <p:nvPr>
            <p:ph idx="10" type="dt"/>
          </p:nvPr>
        </p:nvSpPr>
        <p:spPr>
          <a:xfrm>
            <a:off x="8369448" y="6356350"/>
            <a:ext cx="254956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5"/>
          <p:cNvSpPr txBox="1"/>
          <p:nvPr>
            <p:ph idx="11" type="ftr"/>
          </p:nvPr>
        </p:nvSpPr>
        <p:spPr>
          <a:xfrm>
            <a:off x="704088" y="6356350"/>
            <a:ext cx="453972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5"/>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16"/>
          <p:cNvSpPr txBox="1"/>
          <p:nvPr>
            <p:ph type="title"/>
          </p:nvPr>
        </p:nvSpPr>
        <p:spPr>
          <a:xfrm>
            <a:off x="704088" y="1069848"/>
            <a:ext cx="4093599" cy="13167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Open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6"/>
          <p:cNvSpPr txBox="1"/>
          <p:nvPr>
            <p:ph idx="1" type="body"/>
          </p:nvPr>
        </p:nvSpPr>
        <p:spPr>
          <a:xfrm>
            <a:off x="5183188" y="1069848"/>
            <a:ext cx="6172200" cy="4791202"/>
          </a:xfrm>
          <a:prstGeom prst="rect">
            <a:avLst/>
          </a:prstGeom>
          <a:noFill/>
          <a:ln>
            <a:noFill/>
          </a:ln>
        </p:spPr>
        <p:txBody>
          <a:bodyPr anchorCtr="0" anchor="t" bIns="45700" lIns="91425" spcFirstLastPara="1" rIns="91425" wrap="square" tIns="45700">
            <a:normAutofit/>
          </a:bodyPr>
          <a:lstStyle>
            <a:lvl1pPr indent="-431800" lvl="0" marL="457200" algn="l">
              <a:lnSpc>
                <a:spcPct val="110000"/>
              </a:lnSpc>
              <a:spcBef>
                <a:spcPts val="1000"/>
              </a:spcBef>
              <a:spcAft>
                <a:spcPts val="0"/>
              </a:spcAft>
              <a:buClr>
                <a:schemeClr val="dk1"/>
              </a:buClr>
              <a:buSzPts val="3200"/>
              <a:buChar char="•"/>
              <a:defRPr sz="3200"/>
            </a:lvl1pPr>
            <a:lvl2pPr indent="-406400" lvl="1" marL="914400" algn="l">
              <a:lnSpc>
                <a:spcPct val="110000"/>
              </a:lnSpc>
              <a:spcBef>
                <a:spcPts val="500"/>
              </a:spcBef>
              <a:spcAft>
                <a:spcPts val="0"/>
              </a:spcAft>
              <a:buClr>
                <a:schemeClr val="dk1"/>
              </a:buClr>
              <a:buSzPts val="2800"/>
              <a:buChar char="•"/>
              <a:defRPr sz="2800"/>
            </a:lvl2pPr>
            <a:lvl3pPr indent="-381000" lvl="2" marL="1371600" algn="l">
              <a:lnSpc>
                <a:spcPct val="110000"/>
              </a:lnSpc>
              <a:spcBef>
                <a:spcPts val="500"/>
              </a:spcBef>
              <a:spcAft>
                <a:spcPts val="0"/>
              </a:spcAft>
              <a:buClr>
                <a:schemeClr val="dk1"/>
              </a:buClr>
              <a:buSzPts val="2400"/>
              <a:buChar char="•"/>
              <a:defRPr sz="2400"/>
            </a:lvl3pPr>
            <a:lvl4pPr indent="-355600" lvl="3" marL="1828800" algn="l">
              <a:lnSpc>
                <a:spcPct val="110000"/>
              </a:lnSpc>
              <a:spcBef>
                <a:spcPts val="500"/>
              </a:spcBef>
              <a:spcAft>
                <a:spcPts val="0"/>
              </a:spcAft>
              <a:buClr>
                <a:schemeClr val="dk1"/>
              </a:buClr>
              <a:buSzPts val="2000"/>
              <a:buChar char="•"/>
              <a:defRPr sz="2000"/>
            </a:lvl4pPr>
            <a:lvl5pPr indent="-355600" lvl="4" marL="2286000" algn="l">
              <a:lnSpc>
                <a:spcPct val="11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9" name="Google Shape;59;p16"/>
          <p:cNvSpPr txBox="1"/>
          <p:nvPr>
            <p:ph idx="2" type="body"/>
          </p:nvPr>
        </p:nvSpPr>
        <p:spPr>
          <a:xfrm>
            <a:off x="704088" y="2551176"/>
            <a:ext cx="4093599" cy="331927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600"/>
              <a:buNone/>
              <a:defRPr sz="16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0" name="Google Shape;60;p16"/>
          <p:cNvSpPr txBox="1"/>
          <p:nvPr>
            <p:ph idx="10" type="dt"/>
          </p:nvPr>
        </p:nvSpPr>
        <p:spPr>
          <a:xfrm>
            <a:off x="8369448" y="6356350"/>
            <a:ext cx="254956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6"/>
          <p:cNvSpPr txBox="1"/>
          <p:nvPr>
            <p:ph idx="11" type="ftr"/>
          </p:nvPr>
        </p:nvSpPr>
        <p:spPr>
          <a:xfrm>
            <a:off x="704088" y="6356350"/>
            <a:ext cx="453972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6"/>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17"/>
          <p:cNvSpPr txBox="1"/>
          <p:nvPr>
            <p:ph type="title"/>
          </p:nvPr>
        </p:nvSpPr>
        <p:spPr>
          <a:xfrm>
            <a:off x="704088" y="1066800"/>
            <a:ext cx="4103431" cy="131752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Open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7"/>
          <p:cNvSpPr/>
          <p:nvPr>
            <p:ph idx="2" type="pic"/>
          </p:nvPr>
        </p:nvSpPr>
        <p:spPr>
          <a:xfrm>
            <a:off x="5183188" y="1066800"/>
            <a:ext cx="6172200" cy="4794250"/>
          </a:xfrm>
          <a:prstGeom prst="rect">
            <a:avLst/>
          </a:prstGeom>
          <a:noFill/>
          <a:ln>
            <a:noFill/>
          </a:ln>
        </p:spPr>
      </p:sp>
      <p:sp>
        <p:nvSpPr>
          <p:cNvPr id="66" name="Google Shape;66;p17"/>
          <p:cNvSpPr txBox="1"/>
          <p:nvPr>
            <p:ph idx="1" type="body"/>
          </p:nvPr>
        </p:nvSpPr>
        <p:spPr>
          <a:xfrm>
            <a:off x="704088" y="2552700"/>
            <a:ext cx="4103431" cy="33162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Clr>
                <a:schemeClr val="dk1"/>
              </a:buClr>
              <a:buSzPts val="1600"/>
              <a:buNone/>
              <a:defRPr sz="1600"/>
            </a:lvl1pPr>
            <a:lvl2pPr indent="-228600" lvl="1" marL="914400" algn="l">
              <a:lnSpc>
                <a:spcPct val="110000"/>
              </a:lnSpc>
              <a:spcBef>
                <a:spcPts val="500"/>
              </a:spcBef>
              <a:spcAft>
                <a:spcPts val="0"/>
              </a:spcAft>
              <a:buClr>
                <a:schemeClr val="dk1"/>
              </a:buClr>
              <a:buSzPts val="1400"/>
              <a:buNone/>
              <a:defRPr sz="1400"/>
            </a:lvl2pPr>
            <a:lvl3pPr indent="-228600" lvl="2" marL="1371600" algn="l">
              <a:lnSpc>
                <a:spcPct val="110000"/>
              </a:lnSpc>
              <a:spcBef>
                <a:spcPts val="500"/>
              </a:spcBef>
              <a:spcAft>
                <a:spcPts val="0"/>
              </a:spcAft>
              <a:buClr>
                <a:schemeClr val="dk1"/>
              </a:buClr>
              <a:buSzPts val="1200"/>
              <a:buNone/>
              <a:defRPr sz="1200"/>
            </a:lvl3pPr>
            <a:lvl4pPr indent="-228600" lvl="3" marL="1828800" algn="l">
              <a:lnSpc>
                <a:spcPct val="110000"/>
              </a:lnSpc>
              <a:spcBef>
                <a:spcPts val="500"/>
              </a:spcBef>
              <a:spcAft>
                <a:spcPts val="0"/>
              </a:spcAft>
              <a:buClr>
                <a:schemeClr val="dk1"/>
              </a:buClr>
              <a:buSzPts val="1000"/>
              <a:buNone/>
              <a:defRPr sz="1000"/>
            </a:lvl4pPr>
            <a:lvl5pPr indent="-228600" lvl="4" marL="2286000" algn="l">
              <a:lnSpc>
                <a:spcPct val="11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17"/>
          <p:cNvSpPr txBox="1"/>
          <p:nvPr>
            <p:ph idx="10" type="dt"/>
          </p:nvPr>
        </p:nvSpPr>
        <p:spPr>
          <a:xfrm>
            <a:off x="8369448" y="6356350"/>
            <a:ext cx="254956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7"/>
          <p:cNvSpPr txBox="1"/>
          <p:nvPr>
            <p:ph idx="11" type="ftr"/>
          </p:nvPr>
        </p:nvSpPr>
        <p:spPr>
          <a:xfrm>
            <a:off x="704088" y="6356350"/>
            <a:ext cx="453972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7"/>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18"/>
          <p:cNvSpPr txBox="1"/>
          <p:nvPr>
            <p:ph type="title"/>
          </p:nvPr>
        </p:nvSpPr>
        <p:spPr>
          <a:xfrm>
            <a:off x="700635" y="914400"/>
            <a:ext cx="10691265" cy="130759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8"/>
          <p:cNvSpPr txBox="1"/>
          <p:nvPr>
            <p:ph idx="1" type="body"/>
          </p:nvPr>
        </p:nvSpPr>
        <p:spPr>
          <a:xfrm rot="5400000">
            <a:off x="4176320" y="-1253693"/>
            <a:ext cx="3739896" cy="10691265"/>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8"/>
          <p:cNvSpPr txBox="1"/>
          <p:nvPr>
            <p:ph idx="10" type="dt"/>
          </p:nvPr>
        </p:nvSpPr>
        <p:spPr>
          <a:xfrm>
            <a:off x="8369448" y="6356350"/>
            <a:ext cx="254956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8"/>
          <p:cNvSpPr txBox="1"/>
          <p:nvPr>
            <p:ph idx="11" type="ftr"/>
          </p:nvPr>
        </p:nvSpPr>
        <p:spPr>
          <a:xfrm>
            <a:off x="704088" y="6356350"/>
            <a:ext cx="453972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8"/>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19"/>
          <p:cNvSpPr txBox="1"/>
          <p:nvPr>
            <p:ph type="title"/>
          </p:nvPr>
        </p:nvSpPr>
        <p:spPr>
          <a:xfrm rot="5400000">
            <a:off x="7924366" y="2315931"/>
            <a:ext cx="4984956" cy="2349043"/>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9"/>
          <p:cNvSpPr txBox="1"/>
          <p:nvPr>
            <p:ph idx="1" type="body"/>
          </p:nvPr>
        </p:nvSpPr>
        <p:spPr>
          <a:xfrm rot="5400000">
            <a:off x="2513147" y="-746247"/>
            <a:ext cx="4984956" cy="8473395"/>
          </a:xfrm>
          <a:prstGeom prst="rect">
            <a:avLst/>
          </a:prstGeom>
          <a:noFill/>
          <a:ln>
            <a:noFill/>
          </a:ln>
        </p:spPr>
        <p:txBody>
          <a:bodyPr anchorCtr="0" anchor="t" bIns="45700" lIns="91425" spcFirstLastPara="1" rIns="91425" wrap="square" tIns="45700">
            <a:normAutofit/>
          </a:bodyPr>
          <a:lstStyle>
            <a:lvl1pPr indent="-342900" lvl="0" marL="457200" algn="l">
              <a:lnSpc>
                <a:spcPct val="110000"/>
              </a:lnSpc>
              <a:spcBef>
                <a:spcPts val="1000"/>
              </a:spcBef>
              <a:spcAft>
                <a:spcPts val="0"/>
              </a:spcAft>
              <a:buClr>
                <a:schemeClr val="dk1"/>
              </a:buClr>
              <a:buSzPts val="1800"/>
              <a:buChar char="•"/>
              <a:defRPr/>
            </a:lvl1pPr>
            <a:lvl2pPr indent="-342900" lvl="1" marL="914400" algn="l">
              <a:lnSpc>
                <a:spcPct val="110000"/>
              </a:lnSpc>
              <a:spcBef>
                <a:spcPts val="500"/>
              </a:spcBef>
              <a:spcAft>
                <a:spcPts val="0"/>
              </a:spcAft>
              <a:buClr>
                <a:schemeClr val="dk1"/>
              </a:buClr>
              <a:buSzPts val="1800"/>
              <a:buChar char="•"/>
              <a:defRPr/>
            </a:lvl2pPr>
            <a:lvl3pPr indent="-342900" lvl="2" marL="1371600" algn="l">
              <a:lnSpc>
                <a:spcPct val="110000"/>
              </a:lnSpc>
              <a:spcBef>
                <a:spcPts val="500"/>
              </a:spcBef>
              <a:spcAft>
                <a:spcPts val="0"/>
              </a:spcAft>
              <a:buClr>
                <a:schemeClr val="dk1"/>
              </a:buClr>
              <a:buSzPts val="1800"/>
              <a:buChar char="•"/>
              <a:defRPr/>
            </a:lvl3pPr>
            <a:lvl4pPr indent="-342900" lvl="3" marL="1828800" algn="l">
              <a:lnSpc>
                <a:spcPct val="110000"/>
              </a:lnSpc>
              <a:spcBef>
                <a:spcPts val="500"/>
              </a:spcBef>
              <a:spcAft>
                <a:spcPts val="0"/>
              </a:spcAft>
              <a:buClr>
                <a:schemeClr val="dk1"/>
              </a:buClr>
              <a:buSzPts val="1800"/>
              <a:buChar char="•"/>
              <a:defRPr/>
            </a:lvl4pPr>
            <a:lvl5pPr indent="-342900" lvl="4" marL="2286000" algn="l">
              <a:lnSpc>
                <a:spcPct val="11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19"/>
          <p:cNvSpPr txBox="1"/>
          <p:nvPr>
            <p:ph idx="10" type="dt"/>
          </p:nvPr>
        </p:nvSpPr>
        <p:spPr>
          <a:xfrm>
            <a:off x="8369448" y="6356350"/>
            <a:ext cx="254956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9"/>
          <p:cNvSpPr txBox="1"/>
          <p:nvPr>
            <p:ph idx="11" type="ftr"/>
          </p:nvPr>
        </p:nvSpPr>
        <p:spPr>
          <a:xfrm>
            <a:off x="704088" y="6356350"/>
            <a:ext cx="453972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9"/>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700635" y="914400"/>
            <a:ext cx="10691265" cy="1307592"/>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chemeClr val="dk1"/>
              </a:buClr>
              <a:buSzPts val="4000"/>
              <a:buFont typeface="Open Sans"/>
              <a:buNone/>
              <a:defRPr b="0" i="0" sz="4000" u="none" cap="none" strike="noStrike">
                <a:solidFill>
                  <a:schemeClr val="dk1"/>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
          <p:cNvSpPr txBox="1"/>
          <p:nvPr>
            <p:ph idx="1" type="body"/>
          </p:nvPr>
        </p:nvSpPr>
        <p:spPr>
          <a:xfrm>
            <a:off x="700635" y="2221992"/>
            <a:ext cx="10691265" cy="3739896"/>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10000"/>
              </a:lnSpc>
              <a:spcBef>
                <a:spcPts val="1000"/>
              </a:spcBef>
              <a:spcAft>
                <a:spcPts val="0"/>
              </a:spcAft>
              <a:buClr>
                <a:schemeClr val="dk1"/>
              </a:buClr>
              <a:buSzPts val="2000"/>
              <a:buFont typeface="Arial"/>
              <a:buChar char="•"/>
              <a:defRPr b="0" i="0" sz="2000" u="none" cap="none" strike="noStrike">
                <a:solidFill>
                  <a:schemeClr val="dk1"/>
                </a:solidFill>
                <a:latin typeface="Lustria"/>
                <a:ea typeface="Lustria"/>
                <a:cs typeface="Lustria"/>
                <a:sym typeface="Lustria"/>
              </a:defRPr>
            </a:lvl1pPr>
            <a:lvl2pPr indent="-342900" lvl="1" marL="914400" marR="0" rtl="0" algn="l">
              <a:lnSpc>
                <a:spcPct val="110000"/>
              </a:lnSpc>
              <a:spcBef>
                <a:spcPts val="500"/>
              </a:spcBef>
              <a:spcAft>
                <a:spcPts val="0"/>
              </a:spcAft>
              <a:buClr>
                <a:schemeClr val="dk1"/>
              </a:buClr>
              <a:buSzPts val="1800"/>
              <a:buFont typeface="Arial"/>
              <a:buChar char="•"/>
              <a:defRPr b="0" i="0" sz="1800" u="none" cap="none" strike="noStrike">
                <a:solidFill>
                  <a:schemeClr val="dk1"/>
                </a:solidFill>
                <a:latin typeface="Lustria"/>
                <a:ea typeface="Lustria"/>
                <a:cs typeface="Lustria"/>
                <a:sym typeface="Lustria"/>
              </a:defRPr>
            </a:lvl2pPr>
            <a:lvl3pPr indent="-330200" lvl="2" marL="1371600" marR="0" rtl="0" algn="l">
              <a:lnSpc>
                <a:spcPct val="110000"/>
              </a:lnSpc>
              <a:spcBef>
                <a:spcPts val="500"/>
              </a:spcBef>
              <a:spcAft>
                <a:spcPts val="0"/>
              </a:spcAft>
              <a:buClr>
                <a:schemeClr val="dk1"/>
              </a:buClr>
              <a:buSzPts val="1600"/>
              <a:buFont typeface="Arial"/>
              <a:buChar char="•"/>
              <a:defRPr b="0" i="0" sz="1600" u="none" cap="none" strike="noStrike">
                <a:solidFill>
                  <a:schemeClr val="dk1"/>
                </a:solidFill>
                <a:latin typeface="Lustria"/>
                <a:ea typeface="Lustria"/>
                <a:cs typeface="Lustria"/>
                <a:sym typeface="Lustria"/>
              </a:defRPr>
            </a:lvl3pPr>
            <a:lvl4pPr indent="-317500" lvl="3" marL="1828800" marR="0" rtl="0" algn="l">
              <a:lnSpc>
                <a:spcPct val="110000"/>
              </a:lnSpc>
              <a:spcBef>
                <a:spcPts val="500"/>
              </a:spcBef>
              <a:spcAft>
                <a:spcPts val="0"/>
              </a:spcAft>
              <a:buClr>
                <a:schemeClr val="dk1"/>
              </a:buClr>
              <a:buSzPts val="1400"/>
              <a:buFont typeface="Arial"/>
              <a:buChar char="•"/>
              <a:defRPr b="0" i="0" sz="1400" u="none" cap="none" strike="noStrike">
                <a:solidFill>
                  <a:schemeClr val="dk1"/>
                </a:solidFill>
                <a:latin typeface="Lustria"/>
                <a:ea typeface="Lustria"/>
                <a:cs typeface="Lustria"/>
                <a:sym typeface="Lustria"/>
              </a:defRPr>
            </a:lvl4pPr>
            <a:lvl5pPr indent="-317500" lvl="4" marL="2286000" marR="0" rtl="0" algn="l">
              <a:lnSpc>
                <a:spcPct val="110000"/>
              </a:lnSpc>
              <a:spcBef>
                <a:spcPts val="500"/>
              </a:spcBef>
              <a:spcAft>
                <a:spcPts val="0"/>
              </a:spcAft>
              <a:buClr>
                <a:schemeClr val="dk1"/>
              </a:buClr>
              <a:buSzPts val="1400"/>
              <a:buFont typeface="Arial"/>
              <a:buChar char="•"/>
              <a:defRPr b="0" i="0" sz="1400" u="none" cap="none" strike="noStrike">
                <a:solidFill>
                  <a:schemeClr val="dk1"/>
                </a:solidFill>
                <a:latin typeface="Lustria"/>
                <a:ea typeface="Lustria"/>
                <a:cs typeface="Lustria"/>
                <a:sym typeface="Lustri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ustria"/>
                <a:ea typeface="Lustria"/>
                <a:cs typeface="Lustria"/>
                <a:sym typeface="Lustri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ustria"/>
                <a:ea typeface="Lustria"/>
                <a:cs typeface="Lustria"/>
                <a:sym typeface="Lustri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ustria"/>
                <a:ea typeface="Lustria"/>
                <a:cs typeface="Lustria"/>
                <a:sym typeface="Lustri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ustria"/>
                <a:ea typeface="Lustria"/>
                <a:cs typeface="Lustria"/>
                <a:sym typeface="Lustria"/>
              </a:defRPr>
            </a:lvl9pPr>
          </a:lstStyle>
          <a:p/>
        </p:txBody>
      </p:sp>
      <p:sp>
        <p:nvSpPr>
          <p:cNvPr id="8" name="Google Shape;8;p8"/>
          <p:cNvSpPr txBox="1"/>
          <p:nvPr>
            <p:ph idx="10" type="dt"/>
          </p:nvPr>
        </p:nvSpPr>
        <p:spPr>
          <a:xfrm>
            <a:off x="8369448" y="6356350"/>
            <a:ext cx="2549564"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2pPr>
            <a:lvl3pPr lvl="2"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3pPr>
            <a:lvl4pPr lvl="3"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4pPr>
            <a:lvl5pPr lvl="4"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5pPr>
            <a:lvl6pPr lvl="5"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6pPr>
            <a:lvl7pPr lvl="6"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7pPr>
            <a:lvl8pPr lvl="7"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8pPr>
            <a:lvl9pPr lvl="8"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9pPr>
          </a:lstStyle>
          <a:p/>
        </p:txBody>
      </p:sp>
      <p:sp>
        <p:nvSpPr>
          <p:cNvPr id="9" name="Google Shape;9;p8"/>
          <p:cNvSpPr txBox="1"/>
          <p:nvPr>
            <p:ph idx="11" type="ftr"/>
          </p:nvPr>
        </p:nvSpPr>
        <p:spPr>
          <a:xfrm>
            <a:off x="704088" y="6356350"/>
            <a:ext cx="453972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2pPr>
            <a:lvl3pPr lvl="2"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3pPr>
            <a:lvl4pPr lvl="3"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4pPr>
            <a:lvl5pPr lvl="4"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5pPr>
            <a:lvl6pPr lvl="5"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6pPr>
            <a:lvl7pPr lvl="6"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7pPr>
            <a:lvl8pPr lvl="7"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8pPr>
            <a:lvl9pPr lvl="8" marR="0" rtl="0" algn="l">
              <a:spcBef>
                <a:spcPts val="0"/>
              </a:spcBef>
              <a:spcAft>
                <a:spcPts val="0"/>
              </a:spcAft>
              <a:buSzPts val="1400"/>
              <a:buNone/>
              <a:defRPr b="0" i="0" sz="1800" u="none" cap="none" strike="noStrike">
                <a:solidFill>
                  <a:schemeClr val="dk1"/>
                </a:solidFill>
                <a:latin typeface="Lustria"/>
                <a:ea typeface="Lustria"/>
                <a:cs typeface="Lustria"/>
                <a:sym typeface="Lustria"/>
              </a:defRPr>
            </a:lvl9pPr>
          </a:lstStyle>
          <a:p/>
        </p:txBody>
      </p:sp>
      <p:sp>
        <p:nvSpPr>
          <p:cNvPr id="10" name="Google Shape;10;p8"/>
          <p:cNvSpPr txBox="1"/>
          <p:nvPr>
            <p:ph idx="12" type="sldNum"/>
          </p:nvPr>
        </p:nvSpPr>
        <p:spPr>
          <a:xfrm>
            <a:off x="10919012" y="6356350"/>
            <a:ext cx="672354"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800" u="none" cap="none" strike="noStrike">
                <a:solidFill>
                  <a:schemeClr val="dk1"/>
                </a:solidFill>
                <a:latin typeface="Lustria"/>
                <a:ea typeface="Lustria"/>
                <a:cs typeface="Lustria"/>
                <a:sym typeface="Lustria"/>
              </a:defRPr>
            </a:lvl1pPr>
            <a:lvl2pPr indent="0" lvl="1" marL="0" marR="0" rtl="0" algn="r">
              <a:spcBef>
                <a:spcPts val="0"/>
              </a:spcBef>
              <a:buNone/>
              <a:defRPr b="0" i="0" sz="1800" u="none" cap="none" strike="noStrike">
                <a:solidFill>
                  <a:schemeClr val="dk1"/>
                </a:solidFill>
                <a:latin typeface="Lustria"/>
                <a:ea typeface="Lustria"/>
                <a:cs typeface="Lustria"/>
                <a:sym typeface="Lustria"/>
              </a:defRPr>
            </a:lvl2pPr>
            <a:lvl3pPr indent="0" lvl="2" marL="0" marR="0" rtl="0" algn="r">
              <a:spcBef>
                <a:spcPts val="0"/>
              </a:spcBef>
              <a:buNone/>
              <a:defRPr b="0" i="0" sz="1800" u="none" cap="none" strike="noStrike">
                <a:solidFill>
                  <a:schemeClr val="dk1"/>
                </a:solidFill>
                <a:latin typeface="Lustria"/>
                <a:ea typeface="Lustria"/>
                <a:cs typeface="Lustria"/>
                <a:sym typeface="Lustria"/>
              </a:defRPr>
            </a:lvl3pPr>
            <a:lvl4pPr indent="0" lvl="3" marL="0" marR="0" rtl="0" algn="r">
              <a:spcBef>
                <a:spcPts val="0"/>
              </a:spcBef>
              <a:buNone/>
              <a:defRPr b="0" i="0" sz="1800" u="none" cap="none" strike="noStrike">
                <a:solidFill>
                  <a:schemeClr val="dk1"/>
                </a:solidFill>
                <a:latin typeface="Lustria"/>
                <a:ea typeface="Lustria"/>
                <a:cs typeface="Lustria"/>
                <a:sym typeface="Lustria"/>
              </a:defRPr>
            </a:lvl4pPr>
            <a:lvl5pPr indent="0" lvl="4" marL="0" marR="0" rtl="0" algn="r">
              <a:spcBef>
                <a:spcPts val="0"/>
              </a:spcBef>
              <a:buNone/>
              <a:defRPr b="0" i="0" sz="1800" u="none" cap="none" strike="noStrike">
                <a:solidFill>
                  <a:schemeClr val="dk1"/>
                </a:solidFill>
                <a:latin typeface="Lustria"/>
                <a:ea typeface="Lustria"/>
                <a:cs typeface="Lustria"/>
                <a:sym typeface="Lustria"/>
              </a:defRPr>
            </a:lvl5pPr>
            <a:lvl6pPr indent="0" lvl="5" marL="0" marR="0" rtl="0" algn="r">
              <a:spcBef>
                <a:spcPts val="0"/>
              </a:spcBef>
              <a:buNone/>
              <a:defRPr b="0" i="0" sz="1800" u="none" cap="none" strike="noStrike">
                <a:solidFill>
                  <a:schemeClr val="dk1"/>
                </a:solidFill>
                <a:latin typeface="Lustria"/>
                <a:ea typeface="Lustria"/>
                <a:cs typeface="Lustria"/>
                <a:sym typeface="Lustria"/>
              </a:defRPr>
            </a:lvl6pPr>
            <a:lvl7pPr indent="0" lvl="6" marL="0" marR="0" rtl="0" algn="r">
              <a:spcBef>
                <a:spcPts val="0"/>
              </a:spcBef>
              <a:buNone/>
              <a:defRPr b="0" i="0" sz="1800" u="none" cap="none" strike="noStrike">
                <a:solidFill>
                  <a:schemeClr val="dk1"/>
                </a:solidFill>
                <a:latin typeface="Lustria"/>
                <a:ea typeface="Lustria"/>
                <a:cs typeface="Lustria"/>
                <a:sym typeface="Lustria"/>
              </a:defRPr>
            </a:lvl7pPr>
            <a:lvl8pPr indent="0" lvl="7" marL="0" marR="0" rtl="0" algn="r">
              <a:spcBef>
                <a:spcPts val="0"/>
              </a:spcBef>
              <a:buNone/>
              <a:defRPr b="0" i="0" sz="1800" u="none" cap="none" strike="noStrike">
                <a:solidFill>
                  <a:schemeClr val="dk1"/>
                </a:solidFill>
                <a:latin typeface="Lustria"/>
                <a:ea typeface="Lustria"/>
                <a:cs typeface="Lustria"/>
                <a:sym typeface="Lustria"/>
              </a:defRPr>
            </a:lvl8pPr>
            <a:lvl9pPr indent="0" lvl="8" marL="0" marR="0" rtl="0" algn="r">
              <a:spcBef>
                <a:spcPts val="0"/>
              </a:spcBef>
              <a:buNone/>
              <a:defRPr b="0" i="0" sz="1800" u="none" cap="none" strike="noStrike">
                <a:solidFill>
                  <a:schemeClr val="dk1"/>
                </a:solidFill>
                <a:latin typeface="Lustria"/>
                <a:ea typeface="Lustria"/>
                <a:cs typeface="Lustria"/>
                <a:sym typeface="Lustria"/>
              </a:defRPr>
            </a:lvl9pPr>
          </a:lstStyle>
          <a:p>
            <a:pPr indent="0" lvl="0" marL="0" rtl="0" algn="r">
              <a:spcBef>
                <a:spcPts val="0"/>
              </a:spcBef>
              <a:spcAft>
                <a:spcPts val="0"/>
              </a:spcAft>
              <a:buNone/>
            </a:pPr>
            <a:fld id="{00000000-1234-1234-1234-123412341234}" type="slidenum">
              <a:rPr lang="es-MX"/>
              <a:t>‹#›</a:t>
            </a:fld>
            <a:endParaRPr/>
          </a:p>
        </p:txBody>
      </p:sp>
      <p:cxnSp>
        <p:nvCxnSpPr>
          <p:cNvPr id="11" name="Google Shape;11;p8"/>
          <p:cNvCxnSpPr/>
          <p:nvPr/>
        </p:nvCxnSpPr>
        <p:spPr>
          <a:xfrm>
            <a:off x="800100" y="723900"/>
            <a:ext cx="10591800" cy="0"/>
          </a:xfrm>
          <a:prstGeom prst="straightConnector1">
            <a:avLst/>
          </a:prstGeom>
          <a:noFill/>
          <a:ln cap="flat" cmpd="sng" w="44450">
            <a:solidFill>
              <a:schemeClr val="dk1"/>
            </a:solidFill>
            <a:prstDash val="solid"/>
            <a:miter lim="800000"/>
            <a:headEnd len="sm" w="sm" type="none"/>
            <a:tailEnd len="sm" w="sm" type="none"/>
          </a:ln>
        </p:spPr>
      </p:cxnSp>
      <p:cxnSp>
        <p:nvCxnSpPr>
          <p:cNvPr id="12" name="Google Shape;12;p8"/>
          <p:cNvCxnSpPr/>
          <p:nvPr/>
        </p:nvCxnSpPr>
        <p:spPr>
          <a:xfrm>
            <a:off x="800100" y="6142781"/>
            <a:ext cx="10591800" cy="0"/>
          </a:xfrm>
          <a:prstGeom prst="straightConnector1">
            <a:avLst/>
          </a:prstGeom>
          <a:noFill/>
          <a:ln cap="flat" cmpd="sng" w="12700">
            <a:solidFill>
              <a:schemeClr val="dk1"/>
            </a:solidFill>
            <a:prstDash val="solid"/>
            <a:miter lim="8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0" Type="http://schemas.openxmlformats.org/officeDocument/2006/relationships/hyperlink" Target="https://www.revistaespacios.com/a20v41n06/a20v41n06p21.pdf" TargetMode="External"/><Relationship Id="rId22" Type="http://schemas.openxmlformats.org/officeDocument/2006/relationships/hyperlink" Target="http://dspace.espoch.edu.ec/bitstream/123456789/21641/1/108T0521.pdf" TargetMode="External"/><Relationship Id="rId21" Type="http://schemas.openxmlformats.org/officeDocument/2006/relationships/hyperlink" Target="http://dspace.espoch.edu.ec/bitstream/123456789/21641/1/108T0521.pdf" TargetMode="External"/><Relationship Id="rId24" Type="http://schemas.openxmlformats.org/officeDocument/2006/relationships/hyperlink" Target="https://www.senadis.gob.cl/sala_prensa/d/noticias/8436/senadis-valparaiso-destaca-ley-que-reconoce-a-la-lengua-de-senas-como-lengua-oficial-de-las-personas-sordas" TargetMode="External"/><Relationship Id="rId23" Type="http://schemas.openxmlformats.org/officeDocument/2006/relationships/hyperlink" Target="https://www.senadis.gob.cl/sala_prensa/d/noticias/8436/senadis-valparaiso-destaca-ley-que-reconoce-a-la-lengua-de-senas-como-lengua-oficial-de-las-personas-sordas" TargetMode="External"/><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red.uao.edu.co/entities/publication/b0d33a45-a852-439b-91a5-6062d57e4785" TargetMode="External"/><Relationship Id="rId4" Type="http://schemas.openxmlformats.org/officeDocument/2006/relationships/hyperlink" Target="https://red.uao.edu.co/entities/publication/b0d33a45-a852-439b-91a5-6062d57e4785" TargetMode="External"/><Relationship Id="rId9" Type="http://schemas.openxmlformats.org/officeDocument/2006/relationships/hyperlink" Target="https://repository.uaeh.edu.mx/revistas/index.php/xikua/article/view/12696/11487" TargetMode="External"/><Relationship Id="rId25" Type="http://schemas.openxmlformats.org/officeDocument/2006/relationships/image" Target="../media/image6.jpg"/><Relationship Id="rId5" Type="http://schemas.openxmlformats.org/officeDocument/2006/relationships/hyperlink" Target="http://www.scielo.org.co/pdf/tecn/v26n74/0123-921X-tecn-26-74-70.pdf" TargetMode="External"/><Relationship Id="rId6" Type="http://schemas.openxmlformats.org/officeDocument/2006/relationships/hyperlink" Target="http://www.scielo.org.co/pdf/tecn/v26n74/0123-921X-tecn-26-74-70.pdf" TargetMode="External"/><Relationship Id="rId7" Type="http://schemas.openxmlformats.org/officeDocument/2006/relationships/hyperlink" Target="https://revistarimi.net/index.php/home/article/view/116/128" TargetMode="External"/><Relationship Id="rId8" Type="http://schemas.openxmlformats.org/officeDocument/2006/relationships/hyperlink" Target="https://revistarimi.net/index.php/home/article/view/116/128" TargetMode="External"/><Relationship Id="rId11" Type="http://schemas.openxmlformats.org/officeDocument/2006/relationships/hyperlink" Target="http://revistas.sena.edu.co/index.php/conciencia/article/download/3926/4602" TargetMode="External"/><Relationship Id="rId10" Type="http://schemas.openxmlformats.org/officeDocument/2006/relationships/hyperlink" Target="https://repository.uaeh.edu.mx/revistas/index.php/xikua/article/view/12696/11487" TargetMode="External"/><Relationship Id="rId13" Type="http://schemas.openxmlformats.org/officeDocument/2006/relationships/hyperlink" Target="https://www.researchgate.net/profile/Diego-Rivas-2/publication/386082481_Apuntes_para_una_breve_prehistoria_filosofica_de_la_IA/links/6750bff73d17281c7df96a74/Apuntes-para-una-breve-prehistoria_filosofica_de_la_IA.pdf#page=211" TargetMode="External"/><Relationship Id="rId12" Type="http://schemas.openxmlformats.org/officeDocument/2006/relationships/hyperlink" Target="http://revistas.sena.edu.co/index.php/conciencia/article/download/3926/4602" TargetMode="External"/><Relationship Id="rId15" Type="http://schemas.openxmlformats.org/officeDocument/2006/relationships/hyperlink" Target="https://rinacional.tecnm.mx/jspui/handle/TecNM/5170" TargetMode="External"/><Relationship Id="rId14" Type="http://schemas.openxmlformats.org/officeDocument/2006/relationships/hyperlink" Target="https://www.researchgate.net/profile/Diego-Rivas-2/publication/386082481_Apuntes_para_una_breve_prehistoria_filosofica_de_la_IA/links/6750bff73d17281c7df96a74/Apuntes-para-una-breve-prehistoria_filosofica_de_la_IA.pdf#page=211" TargetMode="External"/><Relationship Id="rId17" Type="http://schemas.openxmlformats.org/officeDocument/2006/relationships/hyperlink" Target="https://sedici.unlp.edu.ar/bitstream/handle/10915/129853/Documento_completo.pdf-PDFA.pdf?sequence=1&amp;isAllowed=y" TargetMode="External"/><Relationship Id="rId16" Type="http://schemas.openxmlformats.org/officeDocument/2006/relationships/hyperlink" Target="https://rinacional.tecnm.mx/jspui/handle/TecNM/5170" TargetMode="External"/><Relationship Id="rId19" Type="http://schemas.openxmlformats.org/officeDocument/2006/relationships/hyperlink" Target="https://www.revistaespacios.com/a20v41n06/a20v41n06p21.pdf" TargetMode="External"/><Relationship Id="rId18" Type="http://schemas.openxmlformats.org/officeDocument/2006/relationships/hyperlink" Target="https://sedici.unlp.edu.ar/bitstream/handle/10915/129853/Documento_completo.pdf-PDFA.pdf?sequence=1&amp;isAllowed=y"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cxnSp>
        <p:nvCxnSpPr>
          <p:cNvPr id="86" name="Google Shape;86;p1"/>
          <p:cNvCxnSpPr/>
          <p:nvPr/>
        </p:nvCxnSpPr>
        <p:spPr>
          <a:xfrm>
            <a:off x="800100" y="723900"/>
            <a:ext cx="10591800" cy="0"/>
          </a:xfrm>
          <a:prstGeom prst="straightConnector1">
            <a:avLst/>
          </a:prstGeom>
          <a:noFill/>
          <a:ln cap="flat" cmpd="sng" w="44450">
            <a:solidFill>
              <a:schemeClr val="dk1"/>
            </a:solidFill>
            <a:prstDash val="solid"/>
            <a:miter lim="800000"/>
            <a:headEnd len="sm" w="sm" type="none"/>
            <a:tailEnd len="sm" w="sm" type="none"/>
          </a:ln>
        </p:spPr>
      </p:cxnSp>
      <p:cxnSp>
        <p:nvCxnSpPr>
          <p:cNvPr id="87" name="Google Shape;87;p1"/>
          <p:cNvCxnSpPr/>
          <p:nvPr/>
        </p:nvCxnSpPr>
        <p:spPr>
          <a:xfrm>
            <a:off x="800100" y="6142781"/>
            <a:ext cx="10591800" cy="0"/>
          </a:xfrm>
          <a:prstGeom prst="straightConnector1">
            <a:avLst/>
          </a:prstGeom>
          <a:noFill/>
          <a:ln cap="flat" cmpd="sng" w="12700">
            <a:solidFill>
              <a:schemeClr val="dk1"/>
            </a:solidFill>
            <a:prstDash val="solid"/>
            <a:miter lim="800000"/>
            <a:headEnd len="sm" w="sm" type="none"/>
            <a:tailEnd len="sm" w="sm" type="none"/>
          </a:ln>
        </p:spPr>
      </p:cxnSp>
      <p:sp>
        <p:nvSpPr>
          <p:cNvPr id="88" name="Google Shape;88;p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ustria"/>
              <a:ea typeface="Lustria"/>
              <a:cs typeface="Lustria"/>
              <a:sym typeface="Lustria"/>
            </a:endParaRPr>
          </a:p>
        </p:txBody>
      </p:sp>
      <p:sp>
        <p:nvSpPr>
          <p:cNvPr id="89" name="Google Shape;89;p1"/>
          <p:cNvSpPr txBox="1"/>
          <p:nvPr>
            <p:ph type="ctrTitle"/>
          </p:nvPr>
        </p:nvSpPr>
        <p:spPr>
          <a:xfrm>
            <a:off x="6284749" y="909638"/>
            <a:ext cx="5201121" cy="131806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Times New Roman"/>
              <a:buNone/>
            </a:pPr>
            <a:r>
              <a:rPr lang="es-MX" sz="4000">
                <a:latin typeface="Times New Roman"/>
                <a:ea typeface="Times New Roman"/>
                <a:cs typeface="Times New Roman"/>
                <a:sym typeface="Times New Roman"/>
              </a:rPr>
              <a:t>HANDTALK AI </a:t>
            </a:r>
            <a:endParaRPr/>
          </a:p>
        </p:txBody>
      </p:sp>
      <p:pic>
        <p:nvPicPr>
          <p:cNvPr id="90" name="Google Shape;90;p1"/>
          <p:cNvPicPr preferRelativeResize="0"/>
          <p:nvPr/>
        </p:nvPicPr>
        <p:blipFill rotWithShape="1">
          <a:blip r:embed="rId3">
            <a:alphaModFix/>
          </a:blip>
          <a:srcRect b="0" l="7943" r="9135" t="0"/>
          <a:stretch/>
        </p:blipFill>
        <p:spPr>
          <a:xfrm>
            <a:off x="20" y="10"/>
            <a:ext cx="5686740" cy="6857990"/>
          </a:xfrm>
          <a:prstGeom prst="rect">
            <a:avLst/>
          </a:prstGeom>
          <a:noFill/>
          <a:ln>
            <a:noFill/>
          </a:ln>
        </p:spPr>
      </p:pic>
      <p:cxnSp>
        <p:nvCxnSpPr>
          <p:cNvPr id="91" name="Google Shape;91;p1"/>
          <p:cNvCxnSpPr/>
          <p:nvPr/>
        </p:nvCxnSpPr>
        <p:spPr>
          <a:xfrm>
            <a:off x="6422739" y="722376"/>
            <a:ext cx="1600200" cy="0"/>
          </a:xfrm>
          <a:prstGeom prst="straightConnector1">
            <a:avLst/>
          </a:prstGeom>
          <a:noFill/>
          <a:ln cap="flat" cmpd="sng" w="44450">
            <a:solidFill>
              <a:schemeClr val="dk1"/>
            </a:solidFill>
            <a:prstDash val="solid"/>
            <a:miter lim="800000"/>
            <a:headEnd len="sm" w="sm" type="none"/>
            <a:tailEnd len="sm" w="sm" type="none"/>
          </a:ln>
        </p:spPr>
      </p:cxnSp>
      <p:sp>
        <p:nvSpPr>
          <p:cNvPr id="92" name="Google Shape;92;p1"/>
          <p:cNvSpPr txBox="1"/>
          <p:nvPr>
            <p:ph idx="1" type="subTitle"/>
          </p:nvPr>
        </p:nvSpPr>
        <p:spPr>
          <a:xfrm>
            <a:off x="6290838" y="2236843"/>
            <a:ext cx="5201121" cy="3931920"/>
          </a:xfrm>
          <a:prstGeom prst="rect">
            <a:avLst/>
          </a:prstGeom>
          <a:noFill/>
          <a:ln>
            <a:noFill/>
          </a:ln>
        </p:spPr>
        <p:txBody>
          <a:bodyPr anchorCtr="0" anchor="b" bIns="45700" lIns="91425" spcFirstLastPara="1" rIns="91425" wrap="square" tIns="45700">
            <a:normAutofit/>
          </a:bodyPr>
          <a:lstStyle/>
          <a:p>
            <a:pPr indent="0" lvl="0" marL="0" rtl="0" algn="l">
              <a:lnSpc>
                <a:spcPct val="110000"/>
              </a:lnSpc>
              <a:spcBef>
                <a:spcPts val="0"/>
              </a:spcBef>
              <a:spcAft>
                <a:spcPts val="0"/>
              </a:spcAft>
              <a:buClr>
                <a:schemeClr val="dk1"/>
              </a:buClr>
              <a:buSzPts val="2000"/>
              <a:buFont typeface="Arial"/>
              <a:buChar char="•"/>
            </a:pPr>
            <a:r>
              <a:rPr lang="es-MX"/>
              <a:t>Integrantes :</a:t>
            </a:r>
            <a:endParaRPr/>
          </a:p>
          <a:p>
            <a:pPr indent="-228600" lvl="0" marL="342900" rtl="0" algn="l">
              <a:lnSpc>
                <a:spcPct val="110000"/>
              </a:lnSpc>
              <a:spcBef>
                <a:spcPts val="1000"/>
              </a:spcBef>
              <a:spcAft>
                <a:spcPts val="0"/>
              </a:spcAft>
              <a:buClr>
                <a:schemeClr val="dk1"/>
              </a:buClr>
              <a:buSzPts val="2000"/>
              <a:buFont typeface="Arial"/>
              <a:buChar char="•"/>
            </a:pPr>
            <a:r>
              <a:rPr lang="es-MX"/>
              <a:t>Alonso Fouilloux</a:t>
            </a:r>
            <a:endParaRPr/>
          </a:p>
          <a:p>
            <a:pPr indent="-228600" lvl="0" marL="342900" rtl="0" algn="l">
              <a:lnSpc>
                <a:spcPct val="110000"/>
              </a:lnSpc>
              <a:spcBef>
                <a:spcPts val="1000"/>
              </a:spcBef>
              <a:spcAft>
                <a:spcPts val="0"/>
              </a:spcAft>
              <a:buClr>
                <a:schemeClr val="dk1"/>
              </a:buClr>
              <a:buSzPts val="2000"/>
              <a:buFont typeface="Arial"/>
              <a:buChar char="•"/>
            </a:pPr>
            <a:r>
              <a:rPr lang="es-MX"/>
              <a:t>Williams Espinoza </a:t>
            </a:r>
            <a:endParaRPr/>
          </a:p>
          <a:p>
            <a:pPr indent="-228600" lvl="0" marL="342900" rtl="0" algn="l">
              <a:lnSpc>
                <a:spcPct val="110000"/>
              </a:lnSpc>
              <a:spcBef>
                <a:spcPts val="1000"/>
              </a:spcBef>
              <a:spcAft>
                <a:spcPts val="0"/>
              </a:spcAft>
              <a:buClr>
                <a:schemeClr val="dk1"/>
              </a:buClr>
              <a:buSzPts val="2000"/>
              <a:buFont typeface="Arial"/>
              <a:buChar char="•"/>
            </a:pPr>
            <a:r>
              <a:rPr lang="es-MX"/>
              <a:t>Valentina Gómez</a:t>
            </a:r>
            <a:endParaRPr/>
          </a:p>
          <a:p>
            <a:pPr indent="-228600" lvl="0" marL="342900" rtl="0" algn="l">
              <a:lnSpc>
                <a:spcPct val="110000"/>
              </a:lnSpc>
              <a:spcBef>
                <a:spcPts val="1000"/>
              </a:spcBef>
              <a:spcAft>
                <a:spcPts val="0"/>
              </a:spcAft>
              <a:buSzPts val="2000"/>
              <a:buChar char="•"/>
            </a:pPr>
            <a:r>
              <a:rPr lang="es-MX"/>
              <a:t>Maximiliano Argomedo </a:t>
            </a:r>
            <a:endParaRPr/>
          </a:p>
        </p:txBody>
      </p:sp>
      <p:pic>
        <p:nvPicPr>
          <p:cNvPr id="93" name="Google Shape;93;p1"/>
          <p:cNvPicPr preferRelativeResize="0"/>
          <p:nvPr/>
        </p:nvPicPr>
        <p:blipFill rotWithShape="1">
          <a:blip r:embed="rId4">
            <a:alphaModFix/>
          </a:blip>
          <a:srcRect b="0" l="0" r="0" t="0"/>
          <a:stretch/>
        </p:blipFill>
        <p:spPr>
          <a:xfrm>
            <a:off x="9137332" y="188628"/>
            <a:ext cx="2566035" cy="42608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43d46ff339_0_0"/>
          <p:cNvSpPr txBox="1"/>
          <p:nvPr>
            <p:ph type="title"/>
          </p:nvPr>
        </p:nvSpPr>
        <p:spPr>
          <a:xfrm>
            <a:off x="414185" y="714375"/>
            <a:ext cx="10691400" cy="13077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s-MX">
                <a:latin typeface="Lustria"/>
                <a:ea typeface="Lustria"/>
                <a:cs typeface="Lustria"/>
                <a:sym typeface="Lustria"/>
              </a:rPr>
              <a:t>ALCANCE </a:t>
            </a:r>
            <a:endParaRPr>
              <a:latin typeface="Lustria"/>
              <a:ea typeface="Lustria"/>
              <a:cs typeface="Lustria"/>
              <a:sym typeface="Lustria"/>
            </a:endParaRPr>
          </a:p>
        </p:txBody>
      </p:sp>
      <p:sp>
        <p:nvSpPr>
          <p:cNvPr id="99" name="Google Shape;99;g343d46ff339_0_0"/>
          <p:cNvSpPr txBox="1"/>
          <p:nvPr/>
        </p:nvSpPr>
        <p:spPr>
          <a:xfrm>
            <a:off x="1192575" y="2347750"/>
            <a:ext cx="80100" cy="5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Lustria"/>
              <a:ea typeface="Lustria"/>
              <a:cs typeface="Lustria"/>
              <a:sym typeface="Lustria"/>
            </a:endParaRPr>
          </a:p>
        </p:txBody>
      </p:sp>
      <p:sp>
        <p:nvSpPr>
          <p:cNvPr id="100" name="Google Shape;100;g343d46ff339_0_0"/>
          <p:cNvSpPr txBox="1"/>
          <p:nvPr/>
        </p:nvSpPr>
        <p:spPr>
          <a:xfrm>
            <a:off x="4833700" y="355200"/>
            <a:ext cx="5924100" cy="583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500">
              <a:solidFill>
                <a:schemeClr val="dk1"/>
              </a:solidFill>
              <a:latin typeface="Lustria"/>
              <a:ea typeface="Lustria"/>
              <a:cs typeface="Lustria"/>
              <a:sym typeface="Lustria"/>
            </a:endParaRPr>
          </a:p>
          <a:p>
            <a:pPr indent="0" lvl="0" marL="0" rtl="0" algn="l">
              <a:spcBef>
                <a:spcPts val="0"/>
              </a:spcBef>
              <a:spcAft>
                <a:spcPts val="0"/>
              </a:spcAft>
              <a:buNone/>
            </a:pPr>
            <a:r>
              <a:t/>
            </a:r>
            <a:endParaRPr sz="1500">
              <a:solidFill>
                <a:schemeClr val="dk1"/>
              </a:solidFill>
              <a:latin typeface="Lustria"/>
              <a:ea typeface="Lustria"/>
              <a:cs typeface="Lustria"/>
              <a:sym typeface="Lustria"/>
            </a:endParaRPr>
          </a:p>
          <a:p>
            <a:pPr indent="0" lvl="0" marL="0" rtl="0" algn="just">
              <a:spcBef>
                <a:spcPts val="0"/>
              </a:spcBef>
              <a:spcAft>
                <a:spcPts val="0"/>
              </a:spcAft>
              <a:buNone/>
            </a:pPr>
            <a:r>
              <a:rPr b="1" lang="es-MX" sz="1500">
                <a:solidFill>
                  <a:schemeClr val="dk1"/>
                </a:solidFill>
                <a:latin typeface="Lustria"/>
                <a:ea typeface="Lustria"/>
                <a:cs typeface="Lustria"/>
                <a:sym typeface="Lustria"/>
              </a:rPr>
              <a:t>Entregables:</a:t>
            </a:r>
            <a:endParaRPr b="1" sz="1500">
              <a:solidFill>
                <a:schemeClr val="dk1"/>
              </a:solidFill>
              <a:latin typeface="Lustria"/>
              <a:ea typeface="Lustria"/>
              <a:cs typeface="Lustria"/>
              <a:sym typeface="Lustria"/>
            </a:endParaRPr>
          </a:p>
          <a:p>
            <a:pPr indent="0" lvl="0" marL="0" rtl="0" algn="just">
              <a:lnSpc>
                <a:spcPct val="115000"/>
              </a:lnSpc>
              <a:spcBef>
                <a:spcPts val="1200"/>
              </a:spcBef>
              <a:spcAft>
                <a:spcPts val="0"/>
              </a:spcAft>
              <a:buClr>
                <a:schemeClr val="dk1"/>
              </a:buClr>
              <a:buSzPts val="1100"/>
              <a:buFont typeface="Arial"/>
              <a:buNone/>
            </a:pPr>
            <a:r>
              <a:rPr lang="es-MX" sz="1100">
                <a:solidFill>
                  <a:schemeClr val="dk1"/>
                </a:solidFill>
                <a:latin typeface="Lustria"/>
                <a:ea typeface="Lustria"/>
                <a:cs typeface="Lustria"/>
                <a:sym typeface="Lustria"/>
              </a:rPr>
              <a:t>El proyecto entregará tres componentes principales, cada uno desarrollado en fa</a:t>
            </a:r>
            <a:r>
              <a:rPr lang="es-MX" sz="1000">
                <a:solidFill>
                  <a:schemeClr val="dk1"/>
                </a:solidFill>
                <a:latin typeface="Lustria"/>
                <a:ea typeface="Lustria"/>
                <a:cs typeface="Lustria"/>
                <a:sym typeface="Lustria"/>
              </a:rPr>
              <a:t>ses progresivas:</a:t>
            </a:r>
            <a:endParaRPr sz="1000">
              <a:solidFill>
                <a:schemeClr val="dk1"/>
              </a:solidFill>
              <a:latin typeface="Lustria"/>
              <a:ea typeface="Lustria"/>
              <a:cs typeface="Lustria"/>
              <a:sym typeface="Lustria"/>
            </a:endParaRPr>
          </a:p>
          <a:p>
            <a:pPr indent="0" lvl="0" marL="0" rtl="0" algn="just">
              <a:lnSpc>
                <a:spcPct val="115000"/>
              </a:lnSpc>
              <a:spcBef>
                <a:spcPts val="1400"/>
              </a:spcBef>
              <a:spcAft>
                <a:spcPts val="0"/>
              </a:spcAft>
              <a:buClr>
                <a:schemeClr val="dk1"/>
              </a:buClr>
              <a:buSzPts val="1100"/>
              <a:buFont typeface="Arial"/>
              <a:buNone/>
            </a:pPr>
            <a:r>
              <a:rPr b="1" lang="es-MX" sz="1100">
                <a:solidFill>
                  <a:schemeClr val="dk1"/>
                </a:solidFill>
                <a:latin typeface="Lustria"/>
                <a:ea typeface="Lustria"/>
                <a:cs typeface="Lustria"/>
                <a:sym typeface="Lustria"/>
              </a:rPr>
              <a:t>1. IA de Reconocimiento de Voz</a:t>
            </a:r>
            <a:endParaRPr b="1" sz="1100">
              <a:solidFill>
                <a:schemeClr val="dk1"/>
              </a:solidFill>
              <a:latin typeface="Lustria"/>
              <a:ea typeface="Lustria"/>
              <a:cs typeface="Lustria"/>
              <a:sym typeface="Lustria"/>
            </a:endParaRPr>
          </a:p>
          <a:p>
            <a:pPr indent="-292100" lvl="0" marL="457200" rtl="0" algn="just">
              <a:lnSpc>
                <a:spcPct val="115000"/>
              </a:lnSpc>
              <a:spcBef>
                <a:spcPts val="1200"/>
              </a:spcBef>
              <a:spcAft>
                <a:spcPts val="0"/>
              </a:spcAft>
              <a:buClr>
                <a:schemeClr val="dk1"/>
              </a:buClr>
              <a:buSzPts val="1000"/>
              <a:buFont typeface="Lustria"/>
              <a:buChar char="●"/>
            </a:pPr>
            <a:r>
              <a:rPr lang="es-MX" sz="1000">
                <a:solidFill>
                  <a:schemeClr val="dk1"/>
                </a:solidFill>
                <a:latin typeface="Lustria"/>
                <a:ea typeface="Lustria"/>
                <a:cs typeface="Lustria"/>
                <a:sym typeface="Lustria"/>
              </a:rPr>
              <a:t>Una herramienta de transcripción de voz a texto en tiempo real con alta precisión.</a:t>
            </a:r>
            <a:endParaRPr sz="1000">
              <a:solidFill>
                <a:schemeClr val="dk1"/>
              </a:solidFill>
              <a:latin typeface="Lustria"/>
              <a:ea typeface="Lustria"/>
              <a:cs typeface="Lustria"/>
              <a:sym typeface="Lustria"/>
            </a:endParaRPr>
          </a:p>
          <a:p>
            <a:pPr indent="-292100" lvl="0" marL="457200" rtl="0" algn="just">
              <a:lnSpc>
                <a:spcPct val="115000"/>
              </a:lnSpc>
              <a:spcBef>
                <a:spcPts val="0"/>
              </a:spcBef>
              <a:spcAft>
                <a:spcPts val="0"/>
              </a:spcAft>
              <a:buClr>
                <a:schemeClr val="dk1"/>
              </a:buClr>
              <a:buSzPts val="1000"/>
              <a:buFont typeface="Lustria"/>
              <a:buChar char="●"/>
            </a:pPr>
            <a:r>
              <a:rPr lang="es-MX" sz="1000">
                <a:solidFill>
                  <a:schemeClr val="dk1"/>
                </a:solidFill>
                <a:latin typeface="Lustria"/>
                <a:ea typeface="Lustria"/>
                <a:cs typeface="Lustria"/>
                <a:sym typeface="Lustria"/>
              </a:rPr>
              <a:t>Capacidad de reconocer distintos acentos, tonos de voz y ruidos de fondo.</a:t>
            </a:r>
            <a:endParaRPr sz="1000">
              <a:solidFill>
                <a:schemeClr val="dk1"/>
              </a:solidFill>
              <a:latin typeface="Lustria"/>
              <a:ea typeface="Lustria"/>
              <a:cs typeface="Lustria"/>
              <a:sym typeface="Lustria"/>
            </a:endParaRPr>
          </a:p>
          <a:p>
            <a:pPr indent="-292100" lvl="0" marL="457200" rtl="0" algn="just">
              <a:lnSpc>
                <a:spcPct val="115000"/>
              </a:lnSpc>
              <a:spcBef>
                <a:spcPts val="0"/>
              </a:spcBef>
              <a:spcAft>
                <a:spcPts val="0"/>
              </a:spcAft>
              <a:buClr>
                <a:schemeClr val="dk1"/>
              </a:buClr>
              <a:buSzPts val="1000"/>
              <a:buFont typeface="Lustria"/>
              <a:buChar char="●"/>
            </a:pPr>
            <a:r>
              <a:rPr lang="es-MX" sz="1000">
                <a:solidFill>
                  <a:schemeClr val="dk1"/>
                </a:solidFill>
                <a:latin typeface="Lustria"/>
                <a:ea typeface="Lustria"/>
                <a:cs typeface="Lustria"/>
                <a:sym typeface="Lustria"/>
              </a:rPr>
              <a:t>Integración con modelos de inteligencia artificial avanzados para mejorar la exactitud de la transcripción.</a:t>
            </a:r>
            <a:endParaRPr sz="1000">
              <a:solidFill>
                <a:schemeClr val="dk1"/>
              </a:solidFill>
              <a:latin typeface="Lustria"/>
              <a:ea typeface="Lustria"/>
              <a:cs typeface="Lustria"/>
              <a:sym typeface="Lustria"/>
            </a:endParaRPr>
          </a:p>
          <a:p>
            <a:pPr indent="0" lvl="0" marL="0" rtl="0" algn="just">
              <a:lnSpc>
                <a:spcPct val="115000"/>
              </a:lnSpc>
              <a:spcBef>
                <a:spcPts val="1400"/>
              </a:spcBef>
              <a:spcAft>
                <a:spcPts val="0"/>
              </a:spcAft>
              <a:buNone/>
            </a:pPr>
            <a:r>
              <a:rPr b="1" lang="es-MX" sz="1300">
                <a:solidFill>
                  <a:schemeClr val="dk1"/>
                </a:solidFill>
                <a:latin typeface="Lustria"/>
                <a:ea typeface="Lustria"/>
                <a:cs typeface="Lustria"/>
                <a:sym typeface="Lustria"/>
              </a:rPr>
              <a:t>2. Sistema de Traducción Automática de Texto a Lenguaje de Señas</a:t>
            </a:r>
            <a:endParaRPr b="1" sz="1300">
              <a:solidFill>
                <a:schemeClr val="dk1"/>
              </a:solidFill>
              <a:latin typeface="Lustria"/>
              <a:ea typeface="Lustria"/>
              <a:cs typeface="Lustria"/>
              <a:sym typeface="Lustria"/>
            </a:endParaRPr>
          </a:p>
          <a:p>
            <a:pPr indent="-298450" lvl="0" marL="457200" rtl="0" algn="just">
              <a:lnSpc>
                <a:spcPct val="115000"/>
              </a:lnSpc>
              <a:spcBef>
                <a:spcPts val="1200"/>
              </a:spcBef>
              <a:spcAft>
                <a:spcPts val="0"/>
              </a:spcAft>
              <a:buClr>
                <a:schemeClr val="dk1"/>
              </a:buClr>
              <a:buSzPts val="1100"/>
              <a:buFont typeface="Lustria"/>
              <a:buChar char="●"/>
            </a:pPr>
            <a:r>
              <a:rPr lang="es-MX" sz="1100">
                <a:solidFill>
                  <a:schemeClr val="dk1"/>
                </a:solidFill>
                <a:latin typeface="Lustria"/>
                <a:ea typeface="Lustria"/>
                <a:cs typeface="Lustria"/>
                <a:sym typeface="Lustria"/>
              </a:rPr>
              <a:t>Un módulo de procesamiento de lenguaje natural (NLP) adaptado a la estructura sintáctica y semántica del lenguaje de señas.</a:t>
            </a:r>
            <a:endParaRPr sz="1100">
              <a:solidFill>
                <a:schemeClr val="dk1"/>
              </a:solidFill>
              <a:latin typeface="Lustria"/>
              <a:ea typeface="Lustria"/>
              <a:cs typeface="Lustria"/>
              <a:sym typeface="Lustria"/>
            </a:endParaRPr>
          </a:p>
          <a:p>
            <a:pPr indent="-298450" lvl="0" marL="457200" rtl="0" algn="just">
              <a:lnSpc>
                <a:spcPct val="115000"/>
              </a:lnSpc>
              <a:spcBef>
                <a:spcPts val="0"/>
              </a:spcBef>
              <a:spcAft>
                <a:spcPts val="0"/>
              </a:spcAft>
              <a:buClr>
                <a:schemeClr val="dk1"/>
              </a:buClr>
              <a:buSzPts val="1100"/>
              <a:buFont typeface="Lustria"/>
              <a:buChar char="●"/>
            </a:pPr>
            <a:r>
              <a:rPr lang="es-MX" sz="1100">
                <a:solidFill>
                  <a:schemeClr val="dk1"/>
                </a:solidFill>
                <a:latin typeface="Lustria"/>
                <a:ea typeface="Lustria"/>
                <a:cs typeface="Lustria"/>
                <a:sym typeface="Lustria"/>
              </a:rPr>
              <a:t>Algoritmos que traduzcan texto escrito en secuencias de signos comprensibles para personas con discapacidad auditiva.</a:t>
            </a:r>
            <a:endParaRPr sz="1100">
              <a:solidFill>
                <a:schemeClr val="dk1"/>
              </a:solidFill>
              <a:latin typeface="Lustria"/>
              <a:ea typeface="Lustria"/>
              <a:cs typeface="Lustria"/>
              <a:sym typeface="Lustria"/>
            </a:endParaRPr>
          </a:p>
          <a:p>
            <a:pPr indent="-298450" lvl="0" marL="457200" rtl="0" algn="just">
              <a:lnSpc>
                <a:spcPct val="115000"/>
              </a:lnSpc>
              <a:spcBef>
                <a:spcPts val="0"/>
              </a:spcBef>
              <a:spcAft>
                <a:spcPts val="0"/>
              </a:spcAft>
              <a:buClr>
                <a:schemeClr val="dk1"/>
              </a:buClr>
              <a:buSzPts val="1100"/>
              <a:buFont typeface="Lustria"/>
              <a:buChar char="●"/>
            </a:pPr>
            <a:r>
              <a:rPr lang="es-MX" sz="1100">
                <a:solidFill>
                  <a:schemeClr val="dk1"/>
                </a:solidFill>
                <a:latin typeface="Lustria"/>
                <a:ea typeface="Lustria"/>
                <a:cs typeface="Lustria"/>
                <a:sym typeface="Lustria"/>
              </a:rPr>
              <a:t>Compatibilidad con diferentes variantes del lenguaje de señas según la región o país.</a:t>
            </a:r>
            <a:endParaRPr sz="1100">
              <a:solidFill>
                <a:schemeClr val="dk1"/>
              </a:solidFill>
              <a:latin typeface="Lustria"/>
              <a:ea typeface="Lustria"/>
              <a:cs typeface="Lustria"/>
              <a:sym typeface="Lustria"/>
            </a:endParaRPr>
          </a:p>
          <a:p>
            <a:pPr indent="0" lvl="0" marL="0" rtl="0" algn="just">
              <a:lnSpc>
                <a:spcPct val="115000"/>
              </a:lnSpc>
              <a:spcBef>
                <a:spcPts val="1400"/>
              </a:spcBef>
              <a:spcAft>
                <a:spcPts val="0"/>
              </a:spcAft>
              <a:buNone/>
            </a:pPr>
            <a:r>
              <a:rPr b="1" lang="es-MX" sz="1300">
                <a:solidFill>
                  <a:schemeClr val="dk1"/>
                </a:solidFill>
                <a:latin typeface="Lustria"/>
                <a:ea typeface="Lustria"/>
                <a:cs typeface="Lustria"/>
                <a:sym typeface="Lustria"/>
              </a:rPr>
              <a:t>3. Avatar Digital Interactivo</a:t>
            </a:r>
            <a:endParaRPr b="1" sz="1300">
              <a:solidFill>
                <a:schemeClr val="dk1"/>
              </a:solidFill>
              <a:latin typeface="Lustria"/>
              <a:ea typeface="Lustria"/>
              <a:cs typeface="Lustria"/>
              <a:sym typeface="Lustria"/>
            </a:endParaRPr>
          </a:p>
          <a:p>
            <a:pPr indent="-298450" lvl="0" marL="457200" rtl="0" algn="just">
              <a:lnSpc>
                <a:spcPct val="115000"/>
              </a:lnSpc>
              <a:spcBef>
                <a:spcPts val="1200"/>
              </a:spcBef>
              <a:spcAft>
                <a:spcPts val="0"/>
              </a:spcAft>
              <a:buClr>
                <a:schemeClr val="dk1"/>
              </a:buClr>
              <a:buSzPts val="1100"/>
              <a:buFont typeface="Lustria"/>
              <a:buChar char="●"/>
            </a:pPr>
            <a:r>
              <a:rPr lang="es-MX" sz="1100">
                <a:solidFill>
                  <a:schemeClr val="dk1"/>
                </a:solidFill>
                <a:latin typeface="Lustria"/>
                <a:ea typeface="Lustria"/>
                <a:cs typeface="Lustria"/>
                <a:sym typeface="Lustria"/>
              </a:rPr>
              <a:t>Un modelo 3D animado con capacidad para representar las señas de manera clara y expresiva.</a:t>
            </a:r>
            <a:endParaRPr sz="1100">
              <a:solidFill>
                <a:schemeClr val="dk1"/>
              </a:solidFill>
              <a:latin typeface="Lustria"/>
              <a:ea typeface="Lustria"/>
              <a:cs typeface="Lustria"/>
              <a:sym typeface="Lustria"/>
            </a:endParaRPr>
          </a:p>
          <a:p>
            <a:pPr indent="-298450" lvl="0" marL="457200" rtl="0" algn="just">
              <a:lnSpc>
                <a:spcPct val="115000"/>
              </a:lnSpc>
              <a:spcBef>
                <a:spcPts val="0"/>
              </a:spcBef>
              <a:spcAft>
                <a:spcPts val="0"/>
              </a:spcAft>
              <a:buClr>
                <a:schemeClr val="dk1"/>
              </a:buClr>
              <a:buSzPts val="1100"/>
              <a:buFont typeface="Lustria"/>
              <a:buChar char="●"/>
            </a:pPr>
            <a:r>
              <a:rPr lang="es-MX" sz="1100">
                <a:solidFill>
                  <a:schemeClr val="dk1"/>
                </a:solidFill>
                <a:latin typeface="Lustria"/>
                <a:ea typeface="Lustria"/>
                <a:cs typeface="Lustria"/>
                <a:sym typeface="Lustria"/>
              </a:rPr>
              <a:t>Implementación de gestos naturales, expresiones faciales y movimiento corporal fluido.</a:t>
            </a:r>
            <a:endParaRPr sz="1100">
              <a:solidFill>
                <a:schemeClr val="dk1"/>
              </a:solidFill>
              <a:latin typeface="Lustria"/>
              <a:ea typeface="Lustria"/>
              <a:cs typeface="Lustria"/>
              <a:sym typeface="Lustria"/>
            </a:endParaRPr>
          </a:p>
          <a:p>
            <a:pPr indent="-298450" lvl="0" marL="457200" rtl="0" algn="just">
              <a:lnSpc>
                <a:spcPct val="115000"/>
              </a:lnSpc>
              <a:spcBef>
                <a:spcPts val="0"/>
              </a:spcBef>
              <a:spcAft>
                <a:spcPts val="0"/>
              </a:spcAft>
              <a:buClr>
                <a:schemeClr val="dk1"/>
              </a:buClr>
              <a:buSzPts val="1100"/>
              <a:buFont typeface="Lustria"/>
              <a:buChar char="●"/>
            </a:pPr>
            <a:r>
              <a:rPr lang="es-MX" sz="1100">
                <a:solidFill>
                  <a:schemeClr val="dk1"/>
                </a:solidFill>
                <a:latin typeface="Lustria"/>
                <a:ea typeface="Lustria"/>
                <a:cs typeface="Lustria"/>
                <a:sym typeface="Lustria"/>
              </a:rPr>
              <a:t>Compatibilidad con diferentes dispositivos y plataformas (web, móvil, etc.).</a:t>
            </a:r>
            <a:endParaRPr sz="1100">
              <a:solidFill>
                <a:schemeClr val="dk1"/>
              </a:solidFill>
              <a:latin typeface="Lustria"/>
              <a:ea typeface="Lustria"/>
              <a:cs typeface="Lustria"/>
              <a:sym typeface="Lustria"/>
            </a:endParaRPr>
          </a:p>
          <a:p>
            <a:pPr indent="0" lvl="0" marL="0" rtl="0" algn="l">
              <a:lnSpc>
                <a:spcPct val="115000"/>
              </a:lnSpc>
              <a:spcBef>
                <a:spcPts val="1200"/>
              </a:spcBef>
              <a:spcAft>
                <a:spcPts val="1200"/>
              </a:spcAft>
              <a:buNone/>
            </a:pPr>
            <a:r>
              <a:t/>
            </a:r>
            <a:endParaRPr sz="1500">
              <a:solidFill>
                <a:schemeClr val="dk1"/>
              </a:solidFill>
              <a:latin typeface="Lustria"/>
              <a:ea typeface="Lustria"/>
              <a:cs typeface="Lustria"/>
              <a:sym typeface="Lustria"/>
            </a:endParaRPr>
          </a:p>
        </p:txBody>
      </p:sp>
      <p:sp>
        <p:nvSpPr>
          <p:cNvPr id="101" name="Google Shape;101;g343d46ff339_0_0"/>
          <p:cNvSpPr txBox="1"/>
          <p:nvPr/>
        </p:nvSpPr>
        <p:spPr>
          <a:xfrm>
            <a:off x="818525" y="1539300"/>
            <a:ext cx="3838800" cy="309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s-MX" sz="1500">
                <a:solidFill>
                  <a:schemeClr val="dk1"/>
                </a:solidFill>
                <a:latin typeface="Lustria"/>
                <a:ea typeface="Lustria"/>
                <a:cs typeface="Lustria"/>
                <a:sym typeface="Lustria"/>
              </a:rPr>
              <a:t>Objetivo </a:t>
            </a:r>
            <a:endParaRPr b="1" sz="1500">
              <a:solidFill>
                <a:schemeClr val="dk1"/>
              </a:solidFill>
              <a:latin typeface="Lustria"/>
              <a:ea typeface="Lustria"/>
              <a:cs typeface="Lustria"/>
              <a:sym typeface="Lustria"/>
            </a:endParaRPr>
          </a:p>
          <a:p>
            <a:pPr indent="0" lvl="0" marL="0" rtl="0" algn="just">
              <a:spcBef>
                <a:spcPts val="0"/>
              </a:spcBef>
              <a:spcAft>
                <a:spcPts val="0"/>
              </a:spcAft>
              <a:buClr>
                <a:schemeClr val="dk1"/>
              </a:buClr>
              <a:buSzPts val="1100"/>
              <a:buFont typeface="Arial"/>
              <a:buNone/>
            </a:pPr>
            <a:r>
              <a:rPr lang="es-MX" sz="1500">
                <a:solidFill>
                  <a:schemeClr val="dk1"/>
                </a:solidFill>
                <a:latin typeface="Lustria"/>
                <a:ea typeface="Lustria"/>
                <a:cs typeface="Lustria"/>
                <a:sym typeface="Lustria"/>
              </a:rPr>
              <a:t>El objetivo principal de este proyecto es desarrollar un sistema basado en inteligencia artificial que permita la transcripción de voz a texto en tiempo real y la posterior traducción de ese texto al lenguaje de señas mediante un avatar digital interactivo. Este sistema busca mejorar la accesibilidad para personas con discapacidad auditiva, facilitando la comunicación en entornos educativos, laborales y sociales.</a:t>
            </a:r>
            <a:endParaRPr sz="2000">
              <a:solidFill>
                <a:schemeClr val="dk1"/>
              </a:solidFill>
              <a:latin typeface="Lustria"/>
              <a:ea typeface="Lustria"/>
              <a:cs typeface="Lustria"/>
              <a:sym typeface="Lustria"/>
            </a:endParaRPr>
          </a:p>
        </p:txBody>
      </p:sp>
      <p:pic>
        <p:nvPicPr>
          <p:cNvPr id="102" name="Google Shape;102;g343d46ff339_0_0"/>
          <p:cNvPicPr preferRelativeResize="0"/>
          <p:nvPr/>
        </p:nvPicPr>
        <p:blipFill rotWithShape="1">
          <a:blip r:embed="rId3">
            <a:alphaModFix/>
          </a:blip>
          <a:srcRect b="0" l="0" r="0" t="0"/>
          <a:stretch/>
        </p:blipFill>
        <p:spPr>
          <a:xfrm>
            <a:off x="9137332" y="188628"/>
            <a:ext cx="2566038" cy="42608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3e64b3273b_0_10"/>
          <p:cNvSpPr txBox="1"/>
          <p:nvPr>
            <p:ph idx="1" type="body"/>
          </p:nvPr>
        </p:nvSpPr>
        <p:spPr>
          <a:xfrm>
            <a:off x="691800" y="1419427"/>
            <a:ext cx="10691400" cy="47331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t/>
            </a:r>
            <a:endParaRPr sz="1600"/>
          </a:p>
          <a:p>
            <a:pPr indent="0" lvl="0" marL="0" rtl="0" algn="just">
              <a:spcBef>
                <a:spcPts val="1000"/>
              </a:spcBef>
              <a:spcAft>
                <a:spcPts val="0"/>
              </a:spcAft>
              <a:buNone/>
            </a:pPr>
            <a:r>
              <a:rPr b="1" lang="es-MX" sz="1600"/>
              <a:t>Marco regulatorio:</a:t>
            </a:r>
            <a:endParaRPr b="1" sz="1600"/>
          </a:p>
          <a:p>
            <a:pPr indent="0" lvl="0" marL="0" rtl="0" algn="just">
              <a:spcBef>
                <a:spcPts val="1000"/>
              </a:spcBef>
              <a:spcAft>
                <a:spcPts val="0"/>
              </a:spcAft>
              <a:buNone/>
            </a:pPr>
            <a:r>
              <a:rPr lang="es-MX" sz="1600"/>
              <a:t>En Chile, la inclusión de la lengua de señas en los medios de comunicación está regulada principalmente por la Ley N° 20.422 (2010), que obliga a los canales de televisión a implementar mecanismos como subtítulos e interpretación en lengua de señas para garantizar el acceso a la información de las personas con discapacidad auditiva. La Ley N° 20.927 (2016) amplía esta obligación a ciertos contenidos como campañas de servicio público, propaganda electoral, debates presidenciales y situaciones de emergencia. Además, la Ley N° 21.303 (2021) reconoce la lengua de señas chilena como un derecho cultural y lingüístico, promoviendo su uso en diversos ámbitos como educación, servicios públicos y privados. Este marco normativo busca asegurar la igualdad de acceso a la información y la participación plena de las personas sordas en la sociedad.</a:t>
            </a:r>
            <a:endParaRPr sz="1600"/>
          </a:p>
          <a:p>
            <a:pPr indent="0" lvl="0" marL="0" rtl="0" algn="l">
              <a:spcBef>
                <a:spcPts val="1000"/>
              </a:spcBef>
              <a:spcAft>
                <a:spcPts val="0"/>
              </a:spcAft>
              <a:buNone/>
            </a:pPr>
            <a:r>
              <a:t/>
            </a:r>
            <a:endParaRPr sz="1600"/>
          </a:p>
        </p:txBody>
      </p:sp>
      <p:sp>
        <p:nvSpPr>
          <p:cNvPr id="108" name="Google Shape;108;g33e64b3273b_0_10"/>
          <p:cNvSpPr txBox="1"/>
          <p:nvPr/>
        </p:nvSpPr>
        <p:spPr>
          <a:xfrm>
            <a:off x="643825" y="614725"/>
            <a:ext cx="3000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MX" sz="4000">
                <a:solidFill>
                  <a:schemeClr val="dk1"/>
                </a:solidFill>
                <a:latin typeface="Lustria"/>
                <a:ea typeface="Lustria"/>
                <a:cs typeface="Lustria"/>
                <a:sym typeface="Lustria"/>
              </a:rPr>
              <a:t>ALCANCE </a:t>
            </a:r>
            <a:endParaRPr/>
          </a:p>
        </p:txBody>
      </p:sp>
      <p:pic>
        <p:nvPicPr>
          <p:cNvPr id="109" name="Google Shape;109;g33e64b3273b_0_10"/>
          <p:cNvPicPr preferRelativeResize="0"/>
          <p:nvPr/>
        </p:nvPicPr>
        <p:blipFill rotWithShape="1">
          <a:blip r:embed="rId3">
            <a:alphaModFix/>
          </a:blip>
          <a:srcRect b="0" l="0" r="0" t="0"/>
          <a:stretch/>
        </p:blipFill>
        <p:spPr>
          <a:xfrm>
            <a:off x="9137332" y="188628"/>
            <a:ext cx="2566038" cy="4260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
          <p:cNvSpPr txBox="1"/>
          <p:nvPr>
            <p:ph type="title"/>
          </p:nvPr>
        </p:nvSpPr>
        <p:spPr>
          <a:xfrm>
            <a:off x="750367" y="889058"/>
            <a:ext cx="10691265" cy="130759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Lustria"/>
              <a:buNone/>
            </a:pPr>
            <a:r>
              <a:rPr lang="es-MX">
                <a:latin typeface="Lustria"/>
                <a:ea typeface="Lustria"/>
                <a:cs typeface="Lustria"/>
                <a:sym typeface="Lustria"/>
              </a:rPr>
              <a:t>OBJETIVO</a:t>
            </a:r>
            <a:endParaRPr/>
          </a:p>
        </p:txBody>
      </p:sp>
      <p:sp>
        <p:nvSpPr>
          <p:cNvPr id="115" name="Google Shape;115;p2"/>
          <p:cNvSpPr txBox="1"/>
          <p:nvPr>
            <p:ph idx="1" type="body"/>
          </p:nvPr>
        </p:nvSpPr>
        <p:spPr>
          <a:xfrm>
            <a:off x="829975" y="1581125"/>
            <a:ext cx="9385800" cy="1071600"/>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dk1"/>
              </a:buClr>
              <a:buSzPts val="1100"/>
              <a:buFont typeface="Arial"/>
              <a:buNone/>
            </a:pPr>
            <a:r>
              <a:rPr lang="es-MX" sz="1200"/>
              <a:t>El proyecto HandTalk AI tiene como objetivo desarrollar un sistema de inteligencia artificial capaz de convertir voz en texto, traducido al lenguaje de señas y representarlo a través de un avatar digital, facilitando la comunicación entre personas con discapacidad auditiva  y oyentes.</a:t>
            </a:r>
            <a:endParaRPr sz="1200"/>
          </a:p>
          <a:p>
            <a:pPr indent="0" lvl="0" marL="0" rtl="0" algn="just">
              <a:lnSpc>
                <a:spcPct val="100000"/>
              </a:lnSpc>
              <a:spcBef>
                <a:spcPts val="800"/>
              </a:spcBef>
              <a:spcAft>
                <a:spcPts val="800"/>
              </a:spcAft>
              <a:buClr>
                <a:schemeClr val="dk1"/>
              </a:buClr>
              <a:buSzPts val="1100"/>
              <a:buFont typeface="Arial"/>
              <a:buNone/>
            </a:pPr>
            <a:r>
              <a:rPr lang="es-MX" sz="1200"/>
              <a:t>El objetivo del grupo dos es desarrollar un avatar capaz de interpretar texto generado a partir de audio, con el fin de que posteriormente pueda comunicarse utilizando lenguaje de señas.</a:t>
            </a:r>
            <a:endParaRPr sz="1200"/>
          </a:p>
        </p:txBody>
      </p:sp>
      <p:pic>
        <p:nvPicPr>
          <p:cNvPr id="116" name="Google Shape;116;p2"/>
          <p:cNvPicPr preferRelativeResize="0"/>
          <p:nvPr/>
        </p:nvPicPr>
        <p:blipFill rotWithShape="1">
          <a:blip r:embed="rId3">
            <a:alphaModFix/>
          </a:blip>
          <a:srcRect b="0" l="0" r="0" t="0"/>
          <a:stretch/>
        </p:blipFill>
        <p:spPr>
          <a:xfrm>
            <a:off x="8875597" y="253682"/>
            <a:ext cx="2566035" cy="426085"/>
          </a:xfrm>
          <a:prstGeom prst="rect">
            <a:avLst/>
          </a:prstGeom>
          <a:noFill/>
          <a:ln>
            <a:noFill/>
          </a:ln>
        </p:spPr>
      </p:pic>
      <p:sp>
        <p:nvSpPr>
          <p:cNvPr id="117" name="Google Shape;117;p2"/>
          <p:cNvSpPr txBox="1"/>
          <p:nvPr/>
        </p:nvSpPr>
        <p:spPr>
          <a:xfrm>
            <a:off x="750375" y="2652725"/>
            <a:ext cx="4161900" cy="6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MX" sz="3000">
                <a:solidFill>
                  <a:schemeClr val="dk1"/>
                </a:solidFill>
                <a:latin typeface="Lustria"/>
                <a:ea typeface="Lustria"/>
                <a:cs typeface="Lustria"/>
                <a:sym typeface="Lustria"/>
              </a:rPr>
              <a:t>Objetivos </a:t>
            </a:r>
            <a:r>
              <a:rPr lang="es-MX" sz="3000">
                <a:solidFill>
                  <a:schemeClr val="dk1"/>
                </a:solidFill>
                <a:latin typeface="Lustria"/>
                <a:ea typeface="Lustria"/>
                <a:cs typeface="Lustria"/>
                <a:sym typeface="Lustria"/>
              </a:rPr>
              <a:t>específicos</a:t>
            </a:r>
            <a:endParaRPr sz="3000">
              <a:solidFill>
                <a:schemeClr val="dk1"/>
              </a:solidFill>
              <a:latin typeface="Lustria"/>
              <a:ea typeface="Lustria"/>
              <a:cs typeface="Lustria"/>
              <a:sym typeface="Lustria"/>
            </a:endParaRPr>
          </a:p>
        </p:txBody>
      </p:sp>
      <p:sp>
        <p:nvSpPr>
          <p:cNvPr id="118" name="Google Shape;118;p2"/>
          <p:cNvSpPr txBox="1"/>
          <p:nvPr/>
        </p:nvSpPr>
        <p:spPr>
          <a:xfrm>
            <a:off x="750375" y="3221625"/>
            <a:ext cx="4715100" cy="32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s-MX" sz="1200">
                <a:solidFill>
                  <a:schemeClr val="dk1"/>
                </a:solidFill>
                <a:latin typeface="Lustria"/>
                <a:ea typeface="Lustria"/>
                <a:cs typeface="Lustria"/>
                <a:sym typeface="Lustria"/>
              </a:rPr>
              <a:t>1. Sincronización precisa de señas con expresiones faciales y corporales</a:t>
            </a:r>
            <a:endParaRPr b="1" sz="1200">
              <a:solidFill>
                <a:schemeClr val="dk1"/>
              </a:solidFill>
              <a:latin typeface="Lustria"/>
              <a:ea typeface="Lustria"/>
              <a:cs typeface="Lustria"/>
              <a:sym typeface="Lustria"/>
            </a:endParaRPr>
          </a:p>
          <a:p>
            <a:pPr indent="-292100" lvl="0" marL="457200" rtl="0" algn="l">
              <a:lnSpc>
                <a:spcPct val="115000"/>
              </a:lnSpc>
              <a:spcBef>
                <a:spcPts val="1200"/>
              </a:spcBef>
              <a:spcAft>
                <a:spcPts val="0"/>
              </a:spcAft>
              <a:buClr>
                <a:schemeClr val="dk1"/>
              </a:buClr>
              <a:buSzPts val="1000"/>
              <a:buChar char="●"/>
            </a:pPr>
            <a:r>
              <a:rPr b="1" lang="es-MX" sz="1000">
                <a:solidFill>
                  <a:schemeClr val="dk1"/>
                </a:solidFill>
                <a:latin typeface="Lustria"/>
                <a:ea typeface="Lustria"/>
                <a:cs typeface="Lustria"/>
                <a:sym typeface="Lustria"/>
              </a:rPr>
              <a:t>Específico:</a:t>
            </a:r>
            <a:r>
              <a:rPr lang="es-MX" sz="1000">
                <a:solidFill>
                  <a:schemeClr val="dk1"/>
                </a:solidFill>
                <a:latin typeface="Lustria"/>
                <a:ea typeface="Lustria"/>
                <a:cs typeface="Lustria"/>
                <a:sym typeface="Lustria"/>
              </a:rPr>
              <a:t> Programar el avatar para que combine gestos manuales con expresiones faciales adecuadas según el contexto.</a:t>
            </a:r>
            <a:endParaRPr sz="1000">
              <a:solidFill>
                <a:schemeClr val="dk1"/>
              </a:solidFill>
              <a:latin typeface="Lustria"/>
              <a:ea typeface="Lustria"/>
              <a:cs typeface="Lustria"/>
              <a:sym typeface="Lustria"/>
            </a:endParaRPr>
          </a:p>
          <a:p>
            <a:pPr indent="-292100" lvl="0" marL="457200" rtl="0" algn="l">
              <a:lnSpc>
                <a:spcPct val="115000"/>
              </a:lnSpc>
              <a:spcBef>
                <a:spcPts val="0"/>
              </a:spcBef>
              <a:spcAft>
                <a:spcPts val="0"/>
              </a:spcAft>
              <a:buClr>
                <a:schemeClr val="dk1"/>
              </a:buClr>
              <a:buSzPts val="1000"/>
              <a:buChar char="●"/>
            </a:pPr>
            <a:r>
              <a:rPr b="1" lang="es-MX" sz="1000">
                <a:solidFill>
                  <a:schemeClr val="dk1"/>
                </a:solidFill>
                <a:latin typeface="Lustria"/>
                <a:ea typeface="Lustria"/>
                <a:cs typeface="Lustria"/>
                <a:sym typeface="Lustria"/>
              </a:rPr>
              <a:t>Medible:</a:t>
            </a:r>
            <a:r>
              <a:rPr lang="es-MX" sz="1000">
                <a:solidFill>
                  <a:schemeClr val="dk1"/>
                </a:solidFill>
                <a:latin typeface="Lustria"/>
                <a:ea typeface="Lustria"/>
                <a:cs typeface="Lustria"/>
                <a:sym typeface="Lustria"/>
              </a:rPr>
              <a:t> Lograr una precisión ≥90% en la correspondencia entre señas y expresiones en pruebas de evaluación.</a:t>
            </a:r>
            <a:br>
              <a:rPr lang="es-MX" sz="1000">
                <a:solidFill>
                  <a:schemeClr val="dk1"/>
                </a:solidFill>
                <a:latin typeface="Lustria"/>
                <a:ea typeface="Lustria"/>
                <a:cs typeface="Lustria"/>
                <a:sym typeface="Lustria"/>
              </a:rPr>
            </a:br>
            <a:r>
              <a:rPr b="1" lang="es-MX" sz="1000">
                <a:solidFill>
                  <a:schemeClr val="dk1"/>
                </a:solidFill>
                <a:latin typeface="Lustria"/>
                <a:ea typeface="Lustria"/>
                <a:cs typeface="Lustria"/>
                <a:sym typeface="Lustria"/>
              </a:rPr>
              <a:t>Alcanzable:</a:t>
            </a:r>
            <a:r>
              <a:rPr lang="es-MX" sz="1000">
                <a:solidFill>
                  <a:schemeClr val="dk1"/>
                </a:solidFill>
                <a:latin typeface="Lustria"/>
                <a:ea typeface="Lustria"/>
                <a:cs typeface="Lustria"/>
                <a:sym typeface="Lustria"/>
              </a:rPr>
              <a:t> Se entrenará el sistema con un conjunto de datos de videos de lenguaje de señas.</a:t>
            </a:r>
            <a:endParaRPr sz="1000">
              <a:solidFill>
                <a:schemeClr val="dk1"/>
              </a:solidFill>
              <a:latin typeface="Lustria"/>
              <a:ea typeface="Lustria"/>
              <a:cs typeface="Lustria"/>
              <a:sym typeface="Lustria"/>
            </a:endParaRPr>
          </a:p>
          <a:p>
            <a:pPr indent="-292100" lvl="0" marL="457200" rtl="0" algn="l">
              <a:lnSpc>
                <a:spcPct val="115000"/>
              </a:lnSpc>
              <a:spcBef>
                <a:spcPts val="0"/>
              </a:spcBef>
              <a:spcAft>
                <a:spcPts val="0"/>
              </a:spcAft>
              <a:buClr>
                <a:schemeClr val="dk1"/>
              </a:buClr>
              <a:buSzPts val="1000"/>
              <a:buChar char="●"/>
            </a:pPr>
            <a:r>
              <a:rPr b="1" lang="es-MX" sz="1000">
                <a:solidFill>
                  <a:schemeClr val="dk1"/>
                </a:solidFill>
                <a:latin typeface="Lustria"/>
                <a:ea typeface="Lustria"/>
                <a:cs typeface="Lustria"/>
                <a:sym typeface="Lustria"/>
              </a:rPr>
              <a:t>Relevante:</a:t>
            </a:r>
            <a:r>
              <a:rPr lang="es-MX" sz="1000">
                <a:solidFill>
                  <a:schemeClr val="dk1"/>
                </a:solidFill>
                <a:latin typeface="Lustria"/>
                <a:ea typeface="Lustria"/>
                <a:cs typeface="Lustria"/>
                <a:sym typeface="Lustria"/>
              </a:rPr>
              <a:t> Mejora la comprensión y naturalidad del avatar para los usuarios sordos.</a:t>
            </a:r>
            <a:endParaRPr sz="1000">
              <a:solidFill>
                <a:schemeClr val="dk1"/>
              </a:solidFill>
              <a:latin typeface="Lustria"/>
              <a:ea typeface="Lustria"/>
              <a:cs typeface="Lustria"/>
              <a:sym typeface="Lustria"/>
            </a:endParaRPr>
          </a:p>
          <a:p>
            <a:pPr indent="-292100" lvl="0" marL="457200" rtl="0" algn="l">
              <a:lnSpc>
                <a:spcPct val="115000"/>
              </a:lnSpc>
              <a:spcBef>
                <a:spcPts val="0"/>
              </a:spcBef>
              <a:spcAft>
                <a:spcPts val="0"/>
              </a:spcAft>
              <a:buClr>
                <a:schemeClr val="dk1"/>
              </a:buClr>
              <a:buSzPts val="1000"/>
              <a:buChar char="●"/>
            </a:pPr>
            <a:r>
              <a:rPr b="1" lang="es-MX" sz="1000">
                <a:solidFill>
                  <a:schemeClr val="dk1"/>
                </a:solidFill>
                <a:latin typeface="Lustria"/>
                <a:ea typeface="Lustria"/>
                <a:cs typeface="Lustria"/>
                <a:sym typeface="Lustria"/>
              </a:rPr>
              <a:t>Temporal:</a:t>
            </a:r>
            <a:r>
              <a:rPr lang="es-MX" sz="1000">
                <a:solidFill>
                  <a:schemeClr val="dk1"/>
                </a:solidFill>
                <a:latin typeface="Lustria"/>
                <a:ea typeface="Lustria"/>
                <a:cs typeface="Lustria"/>
                <a:sym typeface="Lustria"/>
              </a:rPr>
              <a:t> Implementación lista en la semana 17 antes de la finalización del proyecto.</a:t>
            </a:r>
            <a:endParaRPr sz="1000">
              <a:solidFill>
                <a:schemeClr val="dk1"/>
              </a:solidFill>
              <a:latin typeface="Lustria"/>
              <a:ea typeface="Lustria"/>
              <a:cs typeface="Lustria"/>
              <a:sym typeface="Lustria"/>
            </a:endParaRPr>
          </a:p>
          <a:p>
            <a:pPr indent="0" lvl="0" marL="457200" rtl="0" algn="just">
              <a:lnSpc>
                <a:spcPct val="115000"/>
              </a:lnSpc>
              <a:spcBef>
                <a:spcPts val="1200"/>
              </a:spcBef>
              <a:spcAft>
                <a:spcPts val="0"/>
              </a:spcAft>
              <a:buNone/>
            </a:pPr>
            <a:r>
              <a:t/>
            </a:r>
            <a:endParaRPr b="1" sz="1200">
              <a:solidFill>
                <a:schemeClr val="dk1"/>
              </a:solidFill>
              <a:latin typeface="Lustria"/>
              <a:ea typeface="Lustria"/>
              <a:cs typeface="Lustria"/>
              <a:sym typeface="Lustria"/>
            </a:endParaRPr>
          </a:p>
          <a:p>
            <a:pPr indent="0" lvl="0" marL="0" rtl="0" algn="just">
              <a:spcBef>
                <a:spcPts val="1200"/>
              </a:spcBef>
              <a:spcAft>
                <a:spcPts val="0"/>
              </a:spcAft>
              <a:buNone/>
            </a:pPr>
            <a:r>
              <a:t/>
            </a:r>
            <a:endParaRPr b="1" sz="1100">
              <a:solidFill>
                <a:schemeClr val="dk1"/>
              </a:solidFill>
            </a:endParaRPr>
          </a:p>
        </p:txBody>
      </p:sp>
      <p:sp>
        <p:nvSpPr>
          <p:cNvPr id="119" name="Google Shape;119;p2"/>
          <p:cNvSpPr txBox="1"/>
          <p:nvPr/>
        </p:nvSpPr>
        <p:spPr>
          <a:xfrm>
            <a:off x="5946600" y="3098225"/>
            <a:ext cx="5410200" cy="285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s-MX" sz="1300">
                <a:solidFill>
                  <a:schemeClr val="dk1"/>
                </a:solidFill>
                <a:latin typeface="Lustria"/>
                <a:ea typeface="Lustria"/>
                <a:cs typeface="Lustria"/>
                <a:sym typeface="Lustria"/>
              </a:rPr>
              <a:t>2. Fluidez y naturalidad en los movimientos del avatar</a:t>
            </a:r>
            <a:endParaRPr b="1" sz="1300">
              <a:solidFill>
                <a:schemeClr val="dk1"/>
              </a:solidFill>
              <a:latin typeface="Lustria"/>
              <a:ea typeface="Lustria"/>
              <a:cs typeface="Lustria"/>
              <a:sym typeface="Lustria"/>
            </a:endParaRPr>
          </a:p>
          <a:p>
            <a:pPr indent="-298450" lvl="0" marL="457200" rtl="0" algn="l">
              <a:lnSpc>
                <a:spcPct val="115000"/>
              </a:lnSpc>
              <a:spcBef>
                <a:spcPts val="1200"/>
              </a:spcBef>
              <a:spcAft>
                <a:spcPts val="0"/>
              </a:spcAft>
              <a:buClr>
                <a:schemeClr val="dk1"/>
              </a:buClr>
              <a:buSzPts val="1100"/>
              <a:buChar char="●"/>
            </a:pPr>
            <a:r>
              <a:rPr b="1" lang="es-MX" sz="1100">
                <a:solidFill>
                  <a:schemeClr val="dk1"/>
                </a:solidFill>
                <a:latin typeface="Lustria"/>
                <a:ea typeface="Lustria"/>
                <a:cs typeface="Lustria"/>
                <a:sym typeface="Lustria"/>
              </a:rPr>
              <a:t>Específico:</a:t>
            </a:r>
            <a:r>
              <a:rPr lang="es-MX" sz="1100">
                <a:solidFill>
                  <a:schemeClr val="dk1"/>
                </a:solidFill>
                <a:latin typeface="Lustria"/>
                <a:ea typeface="Lustria"/>
                <a:cs typeface="Lustria"/>
                <a:sym typeface="Lustria"/>
              </a:rPr>
              <a:t> Desarrollar una animación fluida y realista en los movimientos del avatar digital.</a:t>
            </a:r>
            <a:endParaRPr sz="1100">
              <a:solidFill>
                <a:schemeClr val="dk1"/>
              </a:solidFill>
              <a:latin typeface="Lustria"/>
              <a:ea typeface="Lustria"/>
              <a:cs typeface="Lustria"/>
              <a:sym typeface="Lustria"/>
            </a:endParaRPr>
          </a:p>
          <a:p>
            <a:pPr indent="-298450" lvl="0" marL="457200" rtl="0" algn="l">
              <a:lnSpc>
                <a:spcPct val="115000"/>
              </a:lnSpc>
              <a:spcBef>
                <a:spcPts val="0"/>
              </a:spcBef>
              <a:spcAft>
                <a:spcPts val="0"/>
              </a:spcAft>
              <a:buClr>
                <a:schemeClr val="dk1"/>
              </a:buClr>
              <a:buSzPts val="1100"/>
              <a:buChar char="●"/>
            </a:pPr>
            <a:r>
              <a:rPr b="1" lang="es-MX" sz="1100">
                <a:solidFill>
                  <a:schemeClr val="dk1"/>
                </a:solidFill>
                <a:latin typeface="Lustria"/>
                <a:ea typeface="Lustria"/>
                <a:cs typeface="Lustria"/>
                <a:sym typeface="Lustria"/>
              </a:rPr>
              <a:t>Medible:</a:t>
            </a:r>
            <a:r>
              <a:rPr lang="es-MX" sz="1100">
                <a:solidFill>
                  <a:schemeClr val="dk1"/>
                </a:solidFill>
                <a:latin typeface="Lustria"/>
                <a:ea typeface="Lustria"/>
                <a:cs typeface="Lustria"/>
                <a:sym typeface="Lustria"/>
              </a:rPr>
              <a:t> Reducción de interrupciones o movimientos robóticos en ≥90% de los gestos evaluados.</a:t>
            </a:r>
            <a:endParaRPr sz="1100">
              <a:solidFill>
                <a:schemeClr val="dk1"/>
              </a:solidFill>
              <a:latin typeface="Lustria"/>
              <a:ea typeface="Lustria"/>
              <a:cs typeface="Lustria"/>
              <a:sym typeface="Lustria"/>
            </a:endParaRPr>
          </a:p>
          <a:p>
            <a:pPr indent="-298450" lvl="0" marL="457200" rtl="0" algn="l">
              <a:lnSpc>
                <a:spcPct val="115000"/>
              </a:lnSpc>
              <a:spcBef>
                <a:spcPts val="0"/>
              </a:spcBef>
              <a:spcAft>
                <a:spcPts val="0"/>
              </a:spcAft>
              <a:buClr>
                <a:schemeClr val="dk1"/>
              </a:buClr>
              <a:buSzPts val="1100"/>
              <a:buChar char="●"/>
            </a:pPr>
            <a:r>
              <a:rPr b="1" lang="es-MX" sz="1100">
                <a:solidFill>
                  <a:schemeClr val="dk1"/>
                </a:solidFill>
                <a:latin typeface="Lustria"/>
                <a:ea typeface="Lustria"/>
                <a:cs typeface="Lustria"/>
                <a:sym typeface="Lustria"/>
              </a:rPr>
              <a:t>Alcanzable:</a:t>
            </a:r>
            <a:r>
              <a:rPr lang="es-MX" sz="1100">
                <a:solidFill>
                  <a:schemeClr val="dk1"/>
                </a:solidFill>
                <a:latin typeface="Lustria"/>
                <a:ea typeface="Lustria"/>
                <a:cs typeface="Lustria"/>
                <a:sym typeface="Lustria"/>
              </a:rPr>
              <a:t> Se aplicarán técnicas de interpolación y redes neuronales para suavi</a:t>
            </a:r>
            <a:r>
              <a:rPr lang="es-MX" sz="1100">
                <a:solidFill>
                  <a:schemeClr val="dk1"/>
                </a:solidFill>
                <a:latin typeface="Lustria"/>
                <a:ea typeface="Lustria"/>
                <a:cs typeface="Lustria"/>
                <a:sym typeface="Lustria"/>
              </a:rPr>
              <a:t>z</a:t>
            </a:r>
            <a:r>
              <a:rPr lang="es-MX" sz="1100">
                <a:solidFill>
                  <a:schemeClr val="dk1"/>
                </a:solidFill>
                <a:latin typeface="Lustria"/>
                <a:ea typeface="Lustria"/>
                <a:cs typeface="Lustria"/>
                <a:sym typeface="Lustria"/>
              </a:rPr>
              <a:t>ar transiciones.</a:t>
            </a:r>
            <a:endParaRPr sz="1100">
              <a:solidFill>
                <a:schemeClr val="dk1"/>
              </a:solidFill>
              <a:latin typeface="Lustria"/>
              <a:ea typeface="Lustria"/>
              <a:cs typeface="Lustria"/>
              <a:sym typeface="Lustria"/>
            </a:endParaRPr>
          </a:p>
          <a:p>
            <a:pPr indent="-298450" lvl="0" marL="457200" rtl="0" algn="l">
              <a:lnSpc>
                <a:spcPct val="115000"/>
              </a:lnSpc>
              <a:spcBef>
                <a:spcPts val="0"/>
              </a:spcBef>
              <a:spcAft>
                <a:spcPts val="0"/>
              </a:spcAft>
              <a:buClr>
                <a:schemeClr val="dk1"/>
              </a:buClr>
              <a:buSzPts val="1100"/>
              <a:buChar char="●"/>
            </a:pPr>
            <a:r>
              <a:rPr b="1" lang="es-MX" sz="1100">
                <a:solidFill>
                  <a:schemeClr val="dk1"/>
                </a:solidFill>
                <a:latin typeface="Lustria"/>
                <a:ea typeface="Lustria"/>
                <a:cs typeface="Lustria"/>
                <a:sym typeface="Lustria"/>
              </a:rPr>
              <a:t>Relevante:</a:t>
            </a:r>
            <a:r>
              <a:rPr lang="es-MX" sz="1100">
                <a:solidFill>
                  <a:schemeClr val="dk1"/>
                </a:solidFill>
                <a:latin typeface="Lustria"/>
                <a:ea typeface="Lustria"/>
                <a:cs typeface="Lustria"/>
                <a:sym typeface="Lustria"/>
              </a:rPr>
              <a:t> Aumenta la aceptabilidad y facilidad de comprensión del avatar.</a:t>
            </a:r>
            <a:endParaRPr sz="1100">
              <a:solidFill>
                <a:schemeClr val="dk1"/>
              </a:solidFill>
              <a:latin typeface="Lustria"/>
              <a:ea typeface="Lustria"/>
              <a:cs typeface="Lustria"/>
              <a:sym typeface="Lustria"/>
            </a:endParaRPr>
          </a:p>
          <a:p>
            <a:pPr indent="-298450" lvl="0" marL="457200" rtl="0" algn="l">
              <a:lnSpc>
                <a:spcPct val="115000"/>
              </a:lnSpc>
              <a:spcBef>
                <a:spcPts val="0"/>
              </a:spcBef>
              <a:spcAft>
                <a:spcPts val="0"/>
              </a:spcAft>
              <a:buClr>
                <a:schemeClr val="dk1"/>
              </a:buClr>
              <a:buSzPts val="1100"/>
              <a:buChar char="●"/>
            </a:pPr>
            <a:r>
              <a:rPr b="1" lang="es-MX" sz="1100">
                <a:solidFill>
                  <a:schemeClr val="dk1"/>
                </a:solidFill>
                <a:latin typeface="Lustria"/>
                <a:ea typeface="Lustria"/>
                <a:cs typeface="Lustria"/>
                <a:sym typeface="Lustria"/>
              </a:rPr>
              <a:t>Temporal:</a:t>
            </a:r>
            <a:r>
              <a:rPr lang="es-MX" sz="1100">
                <a:solidFill>
                  <a:schemeClr val="dk1"/>
                </a:solidFill>
                <a:latin typeface="Lustria"/>
                <a:ea typeface="Lustria"/>
                <a:cs typeface="Lustria"/>
                <a:sym typeface="Lustria"/>
              </a:rPr>
              <a:t> Optimización completada en la semana 17 antes del lanzamiento.</a:t>
            </a:r>
            <a:endParaRPr sz="1100">
              <a:solidFill>
                <a:schemeClr val="dk1"/>
              </a:solidFill>
              <a:latin typeface="Lustria"/>
              <a:ea typeface="Lustria"/>
              <a:cs typeface="Lustria"/>
              <a:sym typeface="Lustria"/>
            </a:endParaRPr>
          </a:p>
          <a:p>
            <a:pPr indent="0" lvl="0" marL="457200" rtl="0" algn="just">
              <a:lnSpc>
                <a:spcPct val="115000"/>
              </a:lnSpc>
              <a:spcBef>
                <a:spcPts val="1200"/>
              </a:spcBef>
              <a:spcAft>
                <a:spcPts val="1200"/>
              </a:spcAft>
              <a:buNone/>
            </a:pPr>
            <a:r>
              <a:t/>
            </a:r>
            <a:endParaRPr b="1" sz="1200">
              <a:solidFill>
                <a:schemeClr val="dk1"/>
              </a:solidFill>
              <a:latin typeface="Lustria"/>
              <a:ea typeface="Lustria"/>
              <a:cs typeface="Lustria"/>
              <a:sym typeface="Lustr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43d46ff339_1_9"/>
          <p:cNvSpPr txBox="1"/>
          <p:nvPr>
            <p:ph type="title"/>
          </p:nvPr>
        </p:nvSpPr>
        <p:spPr>
          <a:xfrm>
            <a:off x="700635" y="825850"/>
            <a:ext cx="10691400" cy="13077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s-MX" sz="3000">
                <a:latin typeface="Lustria"/>
                <a:ea typeface="Lustria"/>
                <a:cs typeface="Lustria"/>
                <a:sym typeface="Lustria"/>
              </a:rPr>
              <a:t>Objetivos específicos</a:t>
            </a:r>
            <a:endParaRPr/>
          </a:p>
        </p:txBody>
      </p:sp>
      <p:sp>
        <p:nvSpPr>
          <p:cNvPr id="125" name="Google Shape;125;g343d46ff339_1_9"/>
          <p:cNvSpPr txBox="1"/>
          <p:nvPr>
            <p:ph idx="1" type="body"/>
          </p:nvPr>
        </p:nvSpPr>
        <p:spPr>
          <a:xfrm>
            <a:off x="700625" y="1450875"/>
            <a:ext cx="4755000" cy="2209200"/>
          </a:xfrm>
          <a:prstGeom prst="rect">
            <a:avLst/>
          </a:prstGeom>
        </p:spPr>
        <p:txBody>
          <a:bodyPr anchorCtr="0" anchor="t" bIns="45700" lIns="91425" spcFirstLastPara="1" rIns="91425" wrap="square" tIns="45700">
            <a:normAutofit fontScale="25000" lnSpcReduction="20000"/>
          </a:bodyPr>
          <a:lstStyle/>
          <a:p>
            <a:pPr indent="0" lvl="0" marL="0" rtl="0" algn="just">
              <a:lnSpc>
                <a:spcPct val="115000"/>
              </a:lnSpc>
              <a:spcBef>
                <a:spcPts val="1400"/>
              </a:spcBef>
              <a:spcAft>
                <a:spcPts val="0"/>
              </a:spcAft>
              <a:buNone/>
            </a:pPr>
            <a:r>
              <a:rPr b="1" lang="es-MX" sz="5200"/>
              <a:t>3. Integración del avatar con la IA de traducción</a:t>
            </a:r>
            <a:endParaRPr b="1" sz="5200"/>
          </a:p>
          <a:p>
            <a:pPr indent="-311150" lvl="0" marL="457200" rtl="0" algn="just">
              <a:lnSpc>
                <a:spcPct val="115000"/>
              </a:lnSpc>
              <a:spcBef>
                <a:spcPts val="1200"/>
              </a:spcBef>
              <a:spcAft>
                <a:spcPts val="0"/>
              </a:spcAft>
              <a:buSzPct val="100000"/>
              <a:buChar char="●"/>
            </a:pPr>
            <a:r>
              <a:rPr b="1" lang="es-MX" sz="5200"/>
              <a:t>Específico:</a:t>
            </a:r>
            <a:r>
              <a:rPr lang="es-MX" sz="5200"/>
              <a:t> Conectar el avatar digital con el motor de IA para interpretar y mostrar las traducciones en señas.</a:t>
            </a:r>
            <a:endParaRPr sz="5200"/>
          </a:p>
          <a:p>
            <a:pPr indent="-311150" lvl="0" marL="457200" rtl="0" algn="just">
              <a:lnSpc>
                <a:spcPct val="115000"/>
              </a:lnSpc>
              <a:spcBef>
                <a:spcPts val="0"/>
              </a:spcBef>
              <a:spcAft>
                <a:spcPts val="0"/>
              </a:spcAft>
              <a:buSzPct val="100000"/>
              <a:buChar char="●"/>
            </a:pPr>
            <a:r>
              <a:rPr b="1" lang="es-MX" sz="5200"/>
              <a:t>Medible:</a:t>
            </a:r>
            <a:r>
              <a:rPr lang="es-MX" sz="5200"/>
              <a:t> Alcanzar un tiempo de respuesta ≤2 segundos por traducción en pruebas de rendimiento.</a:t>
            </a:r>
            <a:endParaRPr sz="5200"/>
          </a:p>
          <a:p>
            <a:pPr indent="-311150" lvl="0" marL="457200" rtl="0" algn="just">
              <a:lnSpc>
                <a:spcPct val="115000"/>
              </a:lnSpc>
              <a:spcBef>
                <a:spcPts val="0"/>
              </a:spcBef>
              <a:spcAft>
                <a:spcPts val="0"/>
              </a:spcAft>
              <a:buSzPct val="100000"/>
              <a:buChar char="●"/>
            </a:pPr>
            <a:r>
              <a:rPr b="1" lang="es-MX" sz="5200"/>
              <a:t>Alcanzable:</a:t>
            </a:r>
            <a:r>
              <a:rPr lang="es-MX" sz="5200"/>
              <a:t> Se optimizarán los algoritmos de procesamiento y sincronización.</a:t>
            </a:r>
            <a:endParaRPr sz="5200"/>
          </a:p>
          <a:p>
            <a:pPr indent="-311150" lvl="0" marL="457200" rtl="0" algn="just">
              <a:lnSpc>
                <a:spcPct val="115000"/>
              </a:lnSpc>
              <a:spcBef>
                <a:spcPts val="0"/>
              </a:spcBef>
              <a:spcAft>
                <a:spcPts val="0"/>
              </a:spcAft>
              <a:buSzPct val="100000"/>
              <a:buChar char="●"/>
            </a:pPr>
            <a:r>
              <a:rPr b="1" lang="es-MX" sz="5200"/>
              <a:t>Relevante:</a:t>
            </a:r>
            <a:r>
              <a:rPr lang="es-MX" sz="5200"/>
              <a:t> Garantiza una interacción en tiempo real sin retrasos significativos.</a:t>
            </a:r>
            <a:endParaRPr sz="5200"/>
          </a:p>
          <a:p>
            <a:pPr indent="-311150" lvl="0" marL="457200" rtl="0" algn="just">
              <a:lnSpc>
                <a:spcPct val="115000"/>
              </a:lnSpc>
              <a:spcBef>
                <a:spcPts val="0"/>
              </a:spcBef>
              <a:spcAft>
                <a:spcPts val="0"/>
              </a:spcAft>
              <a:buSzPct val="100000"/>
              <a:buChar char="●"/>
            </a:pPr>
            <a:r>
              <a:rPr b="1" lang="es-MX" sz="5200"/>
              <a:t>Temporal:</a:t>
            </a:r>
            <a:r>
              <a:rPr lang="es-MX" sz="5200"/>
              <a:t> Integración finalizada en la semana 17 antes del cierre del proyecto.</a:t>
            </a:r>
            <a:endParaRPr sz="5200"/>
          </a:p>
          <a:p>
            <a:pPr indent="0" lvl="0" marL="457200" rtl="0" algn="just">
              <a:lnSpc>
                <a:spcPct val="115000"/>
              </a:lnSpc>
              <a:spcBef>
                <a:spcPts val="1200"/>
              </a:spcBef>
              <a:spcAft>
                <a:spcPts val="1200"/>
              </a:spcAft>
              <a:buNone/>
            </a:pPr>
            <a:r>
              <a:t/>
            </a:r>
            <a:endParaRPr b="1" sz="1100"/>
          </a:p>
        </p:txBody>
      </p:sp>
      <p:sp>
        <p:nvSpPr>
          <p:cNvPr id="126" name="Google Shape;126;g343d46ff339_1_9"/>
          <p:cNvSpPr txBox="1"/>
          <p:nvPr>
            <p:ph idx="1" type="body"/>
          </p:nvPr>
        </p:nvSpPr>
        <p:spPr>
          <a:xfrm>
            <a:off x="6043150" y="1450875"/>
            <a:ext cx="4622400" cy="2209200"/>
          </a:xfrm>
          <a:prstGeom prst="rect">
            <a:avLst/>
          </a:prstGeom>
        </p:spPr>
        <p:txBody>
          <a:bodyPr anchorCtr="0" anchor="t" bIns="45700" lIns="91425" spcFirstLastPara="1" rIns="91425" wrap="square" tIns="45700">
            <a:normAutofit fontScale="25000" lnSpcReduction="20000"/>
          </a:bodyPr>
          <a:lstStyle/>
          <a:p>
            <a:pPr indent="0" lvl="0" marL="0" rtl="0" algn="just">
              <a:lnSpc>
                <a:spcPct val="115000"/>
              </a:lnSpc>
              <a:spcBef>
                <a:spcPts val="1400"/>
              </a:spcBef>
              <a:spcAft>
                <a:spcPts val="0"/>
              </a:spcAft>
              <a:buNone/>
            </a:pPr>
            <a:r>
              <a:rPr b="1" lang="es-MX" sz="4715"/>
              <a:t>4. Pruebas de usabilidad con la comunidad sorda</a:t>
            </a:r>
            <a:endParaRPr b="1" sz="4715"/>
          </a:p>
          <a:p>
            <a:pPr indent="-303456" lvl="0" marL="457200" rtl="0" algn="just">
              <a:lnSpc>
                <a:spcPct val="115000"/>
              </a:lnSpc>
              <a:spcBef>
                <a:spcPts val="1200"/>
              </a:spcBef>
              <a:spcAft>
                <a:spcPts val="0"/>
              </a:spcAft>
              <a:buSzPct val="100000"/>
              <a:buChar char="●"/>
            </a:pPr>
            <a:r>
              <a:rPr b="1" lang="es-MX" sz="4715"/>
              <a:t>Específico:</a:t>
            </a:r>
            <a:r>
              <a:rPr lang="es-MX" sz="4715"/>
              <a:t> Realizar pruebas con al menos 50 usuarios sordos para evaluar la calidad de la interpretación del avatar.</a:t>
            </a:r>
            <a:endParaRPr sz="4715"/>
          </a:p>
          <a:p>
            <a:pPr indent="-303456" lvl="0" marL="457200" rtl="0" algn="just">
              <a:lnSpc>
                <a:spcPct val="115000"/>
              </a:lnSpc>
              <a:spcBef>
                <a:spcPts val="0"/>
              </a:spcBef>
              <a:spcAft>
                <a:spcPts val="0"/>
              </a:spcAft>
              <a:buSzPct val="100000"/>
              <a:buChar char="●"/>
            </a:pPr>
            <a:r>
              <a:rPr b="1" lang="es-MX" sz="4715"/>
              <a:t>Medible:</a:t>
            </a:r>
            <a:r>
              <a:rPr lang="es-MX" sz="4715"/>
              <a:t> Obtener un índice de satisfacción ≥85% en encuestas posteriores a las pruebas.</a:t>
            </a:r>
            <a:endParaRPr sz="4715"/>
          </a:p>
          <a:p>
            <a:pPr indent="-303456" lvl="0" marL="457200" rtl="0" algn="just">
              <a:lnSpc>
                <a:spcPct val="115000"/>
              </a:lnSpc>
              <a:spcBef>
                <a:spcPts val="0"/>
              </a:spcBef>
              <a:spcAft>
                <a:spcPts val="0"/>
              </a:spcAft>
              <a:buSzPct val="100000"/>
              <a:buChar char="●"/>
            </a:pPr>
            <a:r>
              <a:rPr b="1" lang="es-MX" sz="4715"/>
              <a:t>Alcanzable:</a:t>
            </a:r>
            <a:r>
              <a:rPr lang="es-MX" sz="4715"/>
              <a:t> Se organizarán sesiones con voluntarios y expertos en lenguaje de señas.</a:t>
            </a:r>
            <a:endParaRPr sz="4715"/>
          </a:p>
          <a:p>
            <a:pPr indent="-303456" lvl="0" marL="457200" rtl="0" algn="just">
              <a:lnSpc>
                <a:spcPct val="115000"/>
              </a:lnSpc>
              <a:spcBef>
                <a:spcPts val="0"/>
              </a:spcBef>
              <a:spcAft>
                <a:spcPts val="0"/>
              </a:spcAft>
              <a:buSzPct val="100000"/>
              <a:buChar char="●"/>
            </a:pPr>
            <a:r>
              <a:rPr b="1" lang="es-MX" sz="4715"/>
              <a:t>Relevante:</a:t>
            </a:r>
            <a:r>
              <a:rPr lang="es-MX" sz="4715"/>
              <a:t> Permite detectar errores y mejorar la experiencia del usuario.</a:t>
            </a:r>
            <a:endParaRPr sz="4715"/>
          </a:p>
          <a:p>
            <a:pPr indent="-303456" lvl="0" marL="457200" rtl="0" algn="just">
              <a:lnSpc>
                <a:spcPct val="115000"/>
              </a:lnSpc>
              <a:spcBef>
                <a:spcPts val="0"/>
              </a:spcBef>
              <a:spcAft>
                <a:spcPts val="0"/>
              </a:spcAft>
              <a:buSzPct val="100000"/>
              <a:buChar char="●"/>
            </a:pPr>
            <a:r>
              <a:rPr b="1" lang="es-MX" sz="4715"/>
              <a:t>Temporal:</a:t>
            </a:r>
            <a:r>
              <a:rPr lang="es-MX" sz="4715"/>
              <a:t> Pruebas completadas y ajustes realizados en la semana 18 del proyecto.</a:t>
            </a:r>
            <a:endParaRPr sz="4715"/>
          </a:p>
          <a:p>
            <a:pPr indent="0" lvl="0" marL="457200" rtl="0" algn="just">
              <a:lnSpc>
                <a:spcPct val="115000"/>
              </a:lnSpc>
              <a:spcBef>
                <a:spcPts val="1200"/>
              </a:spcBef>
              <a:spcAft>
                <a:spcPts val="1200"/>
              </a:spcAft>
              <a:buNone/>
            </a:pPr>
            <a:r>
              <a:t/>
            </a:r>
            <a:endParaRPr b="1" sz="1100"/>
          </a:p>
        </p:txBody>
      </p:sp>
      <p:sp>
        <p:nvSpPr>
          <p:cNvPr id="127" name="Google Shape;127;g343d46ff339_1_9"/>
          <p:cNvSpPr txBox="1"/>
          <p:nvPr>
            <p:ph idx="1" type="body"/>
          </p:nvPr>
        </p:nvSpPr>
        <p:spPr>
          <a:xfrm>
            <a:off x="3329050" y="4090975"/>
            <a:ext cx="5200200" cy="2415600"/>
          </a:xfrm>
          <a:prstGeom prst="rect">
            <a:avLst/>
          </a:prstGeom>
        </p:spPr>
        <p:txBody>
          <a:bodyPr anchorCtr="0" anchor="t" bIns="45700" lIns="91425" spcFirstLastPara="1" rIns="91425" wrap="square" tIns="45700">
            <a:normAutofit lnSpcReduction="20000"/>
          </a:bodyPr>
          <a:lstStyle/>
          <a:p>
            <a:pPr indent="0" lvl="0" marL="0" rtl="0" algn="just">
              <a:lnSpc>
                <a:spcPct val="115000"/>
              </a:lnSpc>
              <a:spcBef>
                <a:spcPts val="1400"/>
              </a:spcBef>
              <a:spcAft>
                <a:spcPts val="0"/>
              </a:spcAft>
              <a:buNone/>
            </a:pPr>
            <a:r>
              <a:rPr b="1" lang="es-MX" sz="1300"/>
              <a:t>5. Reducción de errores en la interpretación de señas complejas</a:t>
            </a:r>
            <a:endParaRPr b="1" sz="1300"/>
          </a:p>
          <a:p>
            <a:pPr indent="-298450" lvl="0" marL="457200" rtl="0" algn="just">
              <a:lnSpc>
                <a:spcPct val="115000"/>
              </a:lnSpc>
              <a:spcBef>
                <a:spcPts val="1200"/>
              </a:spcBef>
              <a:spcAft>
                <a:spcPts val="0"/>
              </a:spcAft>
              <a:buSzPts val="1100"/>
              <a:buChar char="●"/>
            </a:pPr>
            <a:r>
              <a:rPr b="1" lang="es-MX" sz="1100"/>
              <a:t>Específico:</a:t>
            </a:r>
            <a:r>
              <a:rPr lang="es-MX" sz="1100"/>
              <a:t> Mejorar la precisión del avatar en la interpretación de señas con movimientos complejos o combinaciones de manos.</a:t>
            </a:r>
            <a:endParaRPr sz="1100"/>
          </a:p>
          <a:p>
            <a:pPr indent="-298450" lvl="0" marL="457200" rtl="0" algn="just">
              <a:lnSpc>
                <a:spcPct val="115000"/>
              </a:lnSpc>
              <a:spcBef>
                <a:spcPts val="0"/>
              </a:spcBef>
              <a:spcAft>
                <a:spcPts val="0"/>
              </a:spcAft>
              <a:buSzPts val="1100"/>
              <a:buChar char="●"/>
            </a:pPr>
            <a:r>
              <a:rPr b="1" lang="es-MX" sz="1100"/>
              <a:t>Medible:</a:t>
            </a:r>
            <a:r>
              <a:rPr lang="es-MX" sz="1100"/>
              <a:t> Reducir los errores de interpretación en ≥80% en pruebas con frases complejas.</a:t>
            </a:r>
            <a:endParaRPr sz="1100"/>
          </a:p>
          <a:p>
            <a:pPr indent="-298450" lvl="0" marL="457200" rtl="0" algn="just">
              <a:lnSpc>
                <a:spcPct val="115000"/>
              </a:lnSpc>
              <a:spcBef>
                <a:spcPts val="0"/>
              </a:spcBef>
              <a:spcAft>
                <a:spcPts val="0"/>
              </a:spcAft>
              <a:buSzPts val="1100"/>
              <a:buChar char="●"/>
            </a:pPr>
            <a:r>
              <a:rPr b="1" lang="es-MX" sz="1100"/>
              <a:t>Alcanzable:</a:t>
            </a:r>
            <a:r>
              <a:rPr lang="es-MX" sz="1100"/>
              <a:t> Se </a:t>
            </a:r>
            <a:r>
              <a:rPr lang="es-MX" sz="1100"/>
              <a:t>refinarán</a:t>
            </a:r>
            <a:r>
              <a:rPr lang="es-MX" sz="1100"/>
              <a:t> los modelos de detección y generación de movimientos.</a:t>
            </a:r>
            <a:endParaRPr sz="1100"/>
          </a:p>
          <a:p>
            <a:pPr indent="-298450" lvl="0" marL="457200" rtl="0" algn="just">
              <a:lnSpc>
                <a:spcPct val="115000"/>
              </a:lnSpc>
              <a:spcBef>
                <a:spcPts val="0"/>
              </a:spcBef>
              <a:spcAft>
                <a:spcPts val="0"/>
              </a:spcAft>
              <a:buSzPts val="1100"/>
              <a:buChar char="●"/>
            </a:pPr>
            <a:r>
              <a:rPr b="1" lang="es-MX" sz="1100"/>
              <a:t>Relevante:</a:t>
            </a:r>
            <a:r>
              <a:rPr lang="es-MX" sz="1100"/>
              <a:t> Evita confusiones y mejora la comunicación en lenguaje de señas.</a:t>
            </a:r>
            <a:endParaRPr sz="1100"/>
          </a:p>
          <a:p>
            <a:pPr indent="-298450" lvl="0" marL="457200" rtl="0" algn="just">
              <a:lnSpc>
                <a:spcPct val="115000"/>
              </a:lnSpc>
              <a:spcBef>
                <a:spcPts val="0"/>
              </a:spcBef>
              <a:spcAft>
                <a:spcPts val="0"/>
              </a:spcAft>
              <a:buSzPts val="1100"/>
              <a:buChar char="●"/>
            </a:pPr>
            <a:r>
              <a:rPr b="1" lang="es-MX" sz="1100"/>
              <a:t>Temporal:</a:t>
            </a:r>
            <a:r>
              <a:rPr lang="es-MX" sz="1100"/>
              <a:t> Optimización lista en la </a:t>
            </a:r>
            <a:r>
              <a:rPr lang="es-MX" sz="1100"/>
              <a:t>semana 18</a:t>
            </a:r>
            <a:r>
              <a:rPr lang="es-MX" sz="1100"/>
              <a:t> antes de la implementación final.</a:t>
            </a:r>
            <a:endParaRPr sz="1100"/>
          </a:p>
          <a:p>
            <a:pPr indent="0" lvl="0" marL="457200" rtl="0" algn="just">
              <a:lnSpc>
                <a:spcPct val="115000"/>
              </a:lnSpc>
              <a:spcBef>
                <a:spcPts val="1200"/>
              </a:spcBef>
              <a:spcAft>
                <a:spcPts val="1200"/>
              </a:spcAft>
              <a:buNone/>
            </a:pPr>
            <a:r>
              <a:t/>
            </a:r>
            <a:endParaRPr b="1" sz="1100"/>
          </a:p>
        </p:txBody>
      </p:sp>
      <p:pic>
        <p:nvPicPr>
          <p:cNvPr id="128" name="Google Shape;128;g343d46ff339_1_9"/>
          <p:cNvPicPr preferRelativeResize="0"/>
          <p:nvPr/>
        </p:nvPicPr>
        <p:blipFill rotWithShape="1">
          <a:blip r:embed="rId3">
            <a:alphaModFix/>
          </a:blip>
          <a:srcRect b="0" l="0" r="0" t="0"/>
          <a:stretch/>
        </p:blipFill>
        <p:spPr>
          <a:xfrm>
            <a:off x="8875597" y="253682"/>
            <a:ext cx="2566038" cy="42608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
          <p:cNvSpPr txBox="1"/>
          <p:nvPr>
            <p:ph type="title"/>
          </p:nvPr>
        </p:nvSpPr>
        <p:spPr>
          <a:xfrm>
            <a:off x="700635" y="914400"/>
            <a:ext cx="10691265" cy="130759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Times New Roman"/>
              <a:buNone/>
            </a:pPr>
            <a:r>
              <a:rPr lang="es-MX">
                <a:latin typeface="Times New Roman"/>
                <a:ea typeface="Times New Roman"/>
                <a:cs typeface="Times New Roman"/>
                <a:sym typeface="Times New Roman"/>
              </a:rPr>
              <a:t>RESTRICCIONES </a:t>
            </a:r>
            <a:endParaRPr/>
          </a:p>
        </p:txBody>
      </p:sp>
      <p:sp>
        <p:nvSpPr>
          <p:cNvPr id="134" name="Google Shape;134;p3"/>
          <p:cNvSpPr txBox="1"/>
          <p:nvPr/>
        </p:nvSpPr>
        <p:spPr>
          <a:xfrm>
            <a:off x="800100" y="1870950"/>
            <a:ext cx="11001300" cy="30939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1600"/>
              <a:buFont typeface="Calibri"/>
              <a:buNone/>
            </a:pPr>
            <a:r>
              <a:rPr b="1" i="1" lang="es-MX" sz="1500">
                <a:solidFill>
                  <a:schemeClr val="dk1"/>
                </a:solidFill>
                <a:highlight>
                  <a:srgbClr val="FFFFFF"/>
                </a:highlight>
                <a:latin typeface="Lustria"/>
                <a:ea typeface="Lustria"/>
                <a:cs typeface="Lustria"/>
                <a:sym typeface="Lustria"/>
              </a:rPr>
              <a:t>Restricciones del Proyecto</a:t>
            </a:r>
            <a:endParaRPr sz="1500">
              <a:solidFill>
                <a:schemeClr val="dk1"/>
              </a:solidFill>
              <a:latin typeface="Lustria"/>
              <a:ea typeface="Lustria"/>
              <a:cs typeface="Lustria"/>
              <a:sym typeface="Lustria"/>
            </a:endParaRPr>
          </a:p>
          <a:p>
            <a:pPr indent="-374650" lvl="0" marL="342900" marR="0" rtl="0" algn="just">
              <a:spcBef>
                <a:spcPts val="0"/>
              </a:spcBef>
              <a:spcAft>
                <a:spcPts val="0"/>
              </a:spcAft>
              <a:buClr>
                <a:schemeClr val="dk1"/>
              </a:buClr>
              <a:buSzPts val="1500"/>
              <a:buFont typeface="Noto Sans Symbols"/>
              <a:buChar char="∙"/>
            </a:pPr>
            <a:r>
              <a:rPr b="1" lang="es-MX" sz="1500">
                <a:solidFill>
                  <a:schemeClr val="dk1"/>
                </a:solidFill>
                <a:highlight>
                  <a:srgbClr val="FFFFFF"/>
                </a:highlight>
                <a:latin typeface="Lustria"/>
                <a:ea typeface="Lustria"/>
                <a:cs typeface="Lustria"/>
                <a:sym typeface="Lustria"/>
              </a:rPr>
              <a:t>Disponibilidad de datos de lenguaje de señas</a:t>
            </a:r>
            <a:r>
              <a:rPr lang="es-MX" sz="1500">
                <a:solidFill>
                  <a:schemeClr val="dk1"/>
                </a:solidFill>
                <a:highlight>
                  <a:srgbClr val="FFFFFF"/>
                </a:highlight>
                <a:latin typeface="Lustria"/>
                <a:ea typeface="Lustria"/>
                <a:cs typeface="Lustria"/>
                <a:sym typeface="Lustria"/>
              </a:rPr>
              <a:t>: No todas las variantes del lenguaje de señas están documentadas digitalmente, lo que puede limitar la precisión del sistema.</a:t>
            </a:r>
            <a:endParaRPr sz="1500">
              <a:solidFill>
                <a:schemeClr val="dk1"/>
              </a:solidFill>
              <a:latin typeface="Lustria"/>
              <a:ea typeface="Lustria"/>
              <a:cs typeface="Lustria"/>
              <a:sym typeface="Lustria"/>
            </a:endParaRPr>
          </a:p>
          <a:p>
            <a:pPr indent="-374650" lvl="0" marL="342900" marR="0" rtl="0" algn="just">
              <a:spcBef>
                <a:spcPts val="0"/>
              </a:spcBef>
              <a:spcAft>
                <a:spcPts val="0"/>
              </a:spcAft>
              <a:buClr>
                <a:schemeClr val="dk1"/>
              </a:buClr>
              <a:buSzPts val="1500"/>
              <a:buFont typeface="Noto Sans Symbols"/>
              <a:buChar char="∙"/>
            </a:pPr>
            <a:r>
              <a:rPr b="1" lang="es-MX" sz="1500">
                <a:solidFill>
                  <a:schemeClr val="dk1"/>
                </a:solidFill>
                <a:highlight>
                  <a:srgbClr val="FFFFFF"/>
                </a:highlight>
                <a:latin typeface="Lustria"/>
                <a:ea typeface="Lustria"/>
                <a:cs typeface="Lustria"/>
                <a:sym typeface="Lustria"/>
              </a:rPr>
              <a:t>Capacidad computacional</a:t>
            </a:r>
            <a:r>
              <a:rPr lang="es-MX" sz="1500">
                <a:solidFill>
                  <a:schemeClr val="dk1"/>
                </a:solidFill>
                <a:highlight>
                  <a:srgbClr val="FFFFFF"/>
                </a:highlight>
                <a:latin typeface="Lustria"/>
                <a:ea typeface="Lustria"/>
                <a:cs typeface="Lustria"/>
                <a:sym typeface="Lustria"/>
              </a:rPr>
              <a:t>: Procesar voz, traducir a señas y generar animaciones en tiempo real requiere altos recursos computacionales.</a:t>
            </a:r>
            <a:endParaRPr sz="1500">
              <a:solidFill>
                <a:schemeClr val="dk1"/>
              </a:solidFill>
              <a:highlight>
                <a:srgbClr val="FFFFFF"/>
              </a:highlight>
              <a:latin typeface="Lustria"/>
              <a:ea typeface="Lustria"/>
              <a:cs typeface="Lustria"/>
              <a:sym typeface="Lustria"/>
            </a:endParaRPr>
          </a:p>
          <a:p>
            <a:pPr indent="-374650" lvl="0" marL="342900" marR="0" rtl="0" algn="just">
              <a:spcBef>
                <a:spcPts val="0"/>
              </a:spcBef>
              <a:spcAft>
                <a:spcPts val="0"/>
              </a:spcAft>
              <a:buClr>
                <a:schemeClr val="dk1"/>
              </a:buClr>
              <a:buSzPts val="1500"/>
              <a:buFont typeface="Lustria"/>
              <a:buChar char="∙"/>
            </a:pPr>
            <a:r>
              <a:rPr b="1" lang="es-MX" sz="1500">
                <a:solidFill>
                  <a:schemeClr val="dk1"/>
                </a:solidFill>
                <a:highlight>
                  <a:srgbClr val="FFFFFF"/>
                </a:highlight>
                <a:latin typeface="Lustria"/>
                <a:ea typeface="Lustria"/>
                <a:cs typeface="Lustria"/>
                <a:sym typeface="Lustria"/>
              </a:rPr>
              <a:t>Marco regulatorio:</a:t>
            </a:r>
            <a:r>
              <a:rPr lang="es-MX" sz="1500">
                <a:solidFill>
                  <a:schemeClr val="dk1"/>
                </a:solidFill>
                <a:latin typeface="Lustria"/>
                <a:ea typeface="Lustria"/>
                <a:cs typeface="Lustria"/>
                <a:sym typeface="Lustria"/>
              </a:rPr>
              <a:t>En Chile, la inclusión de la lengua de señas en los medios está regulada por la </a:t>
            </a:r>
            <a:r>
              <a:rPr b="1" lang="es-MX" sz="1500">
                <a:solidFill>
                  <a:schemeClr val="dk1"/>
                </a:solidFill>
                <a:latin typeface="Lustria"/>
                <a:ea typeface="Lustria"/>
                <a:cs typeface="Lustria"/>
                <a:sym typeface="Lustria"/>
              </a:rPr>
              <a:t>Ley N° 20.422, Ley N° 20.927 y Ley N° 21.303</a:t>
            </a:r>
            <a:r>
              <a:rPr lang="es-MX" sz="1500">
                <a:solidFill>
                  <a:schemeClr val="dk1"/>
                </a:solidFill>
                <a:latin typeface="Lustria"/>
                <a:ea typeface="Lustria"/>
                <a:cs typeface="Lustria"/>
                <a:sym typeface="Lustria"/>
              </a:rPr>
              <a:t>, que garantizan el acceso a la información para personas con discapacidad auditiva. Nuestro proyecto se regirá por este marco legal para asegurar su cumplimiento.</a:t>
            </a:r>
            <a:endParaRPr sz="1500">
              <a:solidFill>
                <a:schemeClr val="dk1"/>
              </a:solidFill>
              <a:latin typeface="Lustria"/>
              <a:ea typeface="Lustria"/>
              <a:cs typeface="Lustria"/>
              <a:sym typeface="Lustria"/>
            </a:endParaRPr>
          </a:p>
          <a:p>
            <a:pPr indent="-374650" lvl="0" marL="342900" marR="0" rtl="0" algn="just">
              <a:spcBef>
                <a:spcPts val="0"/>
              </a:spcBef>
              <a:spcAft>
                <a:spcPts val="0"/>
              </a:spcAft>
              <a:buClr>
                <a:schemeClr val="dk1"/>
              </a:buClr>
              <a:buSzPts val="1500"/>
              <a:buFont typeface="Lustria"/>
              <a:buChar char="∙"/>
            </a:pPr>
            <a:r>
              <a:rPr b="1" lang="es-MX" sz="1500">
                <a:solidFill>
                  <a:schemeClr val="dk1"/>
                </a:solidFill>
                <a:highlight>
                  <a:srgbClr val="FFFFFF"/>
                </a:highlight>
                <a:latin typeface="Lustria"/>
                <a:ea typeface="Lustria"/>
                <a:cs typeface="Lustria"/>
                <a:sym typeface="Lustria"/>
              </a:rPr>
              <a:t>Tiempo de desarrollo</a:t>
            </a:r>
            <a:r>
              <a:rPr lang="es-MX" sz="1500">
                <a:solidFill>
                  <a:schemeClr val="dk1"/>
                </a:solidFill>
                <a:highlight>
                  <a:srgbClr val="FFFFFF"/>
                </a:highlight>
                <a:latin typeface="Lustria"/>
                <a:ea typeface="Lustria"/>
                <a:cs typeface="Lustria"/>
                <a:sym typeface="Lustria"/>
              </a:rPr>
              <a:t>: Dado que es un proyecto de título, el tiempo para completar todas las fases es  limitado(18 sem).</a:t>
            </a:r>
            <a:endParaRPr sz="1500">
              <a:solidFill>
                <a:schemeClr val="dk1"/>
              </a:solidFill>
              <a:latin typeface="Lustria"/>
              <a:ea typeface="Lustria"/>
              <a:cs typeface="Lustria"/>
              <a:sym typeface="Lustria"/>
            </a:endParaRPr>
          </a:p>
          <a:p>
            <a:pPr indent="-374650" lvl="0" marL="342900" marR="0" rtl="0" algn="just">
              <a:spcBef>
                <a:spcPts val="0"/>
              </a:spcBef>
              <a:spcAft>
                <a:spcPts val="0"/>
              </a:spcAft>
              <a:buClr>
                <a:schemeClr val="dk1"/>
              </a:buClr>
              <a:buSzPts val="1500"/>
              <a:buFont typeface="Noto Sans Symbols"/>
              <a:buChar char="∙"/>
            </a:pPr>
            <a:r>
              <a:rPr b="1" lang="es-MX" sz="1500">
                <a:solidFill>
                  <a:schemeClr val="dk1"/>
                </a:solidFill>
                <a:highlight>
                  <a:srgbClr val="FFFFFF"/>
                </a:highlight>
                <a:latin typeface="Lustria"/>
                <a:ea typeface="Lustria"/>
                <a:cs typeface="Lustria"/>
                <a:sym typeface="Lustria"/>
              </a:rPr>
              <a:t>Presupuesto</a:t>
            </a:r>
            <a:r>
              <a:rPr lang="es-MX" sz="1500">
                <a:solidFill>
                  <a:schemeClr val="dk1"/>
                </a:solidFill>
                <a:highlight>
                  <a:srgbClr val="FFFFFF"/>
                </a:highlight>
                <a:latin typeface="Lustria"/>
                <a:ea typeface="Lustria"/>
                <a:cs typeface="Lustria"/>
                <a:sym typeface="Lustria"/>
              </a:rPr>
              <a:t>: El financiamiento puede restringir el acceso a tecnologías avanzadas, servidores o herramientas de desarrollo de IA.</a:t>
            </a:r>
            <a:endParaRPr sz="1500">
              <a:solidFill>
                <a:schemeClr val="dk1"/>
              </a:solidFill>
              <a:latin typeface="Lustria"/>
              <a:ea typeface="Lustria"/>
              <a:cs typeface="Lustria"/>
              <a:sym typeface="Lustria"/>
            </a:endParaRPr>
          </a:p>
          <a:p>
            <a:pPr indent="-374650" lvl="0" marL="342900" marR="0" rtl="0" algn="just">
              <a:spcBef>
                <a:spcPts val="0"/>
              </a:spcBef>
              <a:spcAft>
                <a:spcPts val="0"/>
              </a:spcAft>
              <a:buClr>
                <a:schemeClr val="dk1"/>
              </a:buClr>
              <a:buSzPts val="1500"/>
              <a:buFont typeface="Noto Sans Symbols"/>
              <a:buChar char="∙"/>
            </a:pPr>
            <a:r>
              <a:rPr b="1" lang="es-MX" sz="1500">
                <a:solidFill>
                  <a:schemeClr val="dk1"/>
                </a:solidFill>
                <a:highlight>
                  <a:schemeClr val="lt1"/>
                </a:highlight>
                <a:latin typeface="Lustria"/>
                <a:ea typeface="Lustria"/>
                <a:cs typeface="Lustria"/>
                <a:sym typeface="Lustria"/>
              </a:rPr>
              <a:t>Interés y aceptación del usuario</a:t>
            </a:r>
            <a:r>
              <a:rPr lang="es-MX" sz="1500">
                <a:solidFill>
                  <a:schemeClr val="dk1"/>
                </a:solidFill>
                <a:highlight>
                  <a:schemeClr val="lt1"/>
                </a:highlight>
                <a:latin typeface="Lustria"/>
                <a:ea typeface="Lustria"/>
                <a:cs typeface="Lustria"/>
                <a:sym typeface="Lustria"/>
              </a:rPr>
              <a:t>: Se espera que la comunidad sorda y las instituciones adopten la tecnología como una herramienta útil.</a:t>
            </a:r>
            <a:endParaRPr sz="1500">
              <a:solidFill>
                <a:schemeClr val="dk1"/>
              </a:solidFill>
              <a:latin typeface="Lustria"/>
              <a:ea typeface="Lustria"/>
              <a:cs typeface="Lustria"/>
              <a:sym typeface="Lustria"/>
            </a:endParaRPr>
          </a:p>
        </p:txBody>
      </p:sp>
      <p:pic>
        <p:nvPicPr>
          <p:cNvPr id="135" name="Google Shape;135;p3"/>
          <p:cNvPicPr preferRelativeResize="0"/>
          <p:nvPr/>
        </p:nvPicPr>
        <p:blipFill rotWithShape="1">
          <a:blip r:embed="rId3">
            <a:alphaModFix/>
          </a:blip>
          <a:srcRect b="0" l="0" r="0" t="0"/>
          <a:stretch/>
        </p:blipFill>
        <p:spPr>
          <a:xfrm>
            <a:off x="8825865" y="196532"/>
            <a:ext cx="2566035" cy="42608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4"/>
          <p:cNvSpPr txBox="1"/>
          <p:nvPr>
            <p:ph type="title"/>
          </p:nvPr>
        </p:nvSpPr>
        <p:spPr>
          <a:xfrm>
            <a:off x="700635" y="914400"/>
            <a:ext cx="10691265" cy="130759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Times New Roman"/>
              <a:buNone/>
            </a:pPr>
            <a:r>
              <a:rPr lang="es-MX">
                <a:latin typeface="Times New Roman"/>
                <a:ea typeface="Times New Roman"/>
                <a:cs typeface="Times New Roman"/>
                <a:sym typeface="Times New Roman"/>
              </a:rPr>
              <a:t>EQUIPO DE TRABAJO</a:t>
            </a:r>
            <a:endParaRPr/>
          </a:p>
        </p:txBody>
      </p:sp>
      <p:pic>
        <p:nvPicPr>
          <p:cNvPr id="141" name="Google Shape;141;p4"/>
          <p:cNvPicPr preferRelativeResize="0"/>
          <p:nvPr/>
        </p:nvPicPr>
        <p:blipFill rotWithShape="1">
          <a:blip r:embed="rId3">
            <a:alphaModFix/>
          </a:blip>
          <a:srcRect b="0" l="0" r="0" t="0"/>
          <a:stretch/>
        </p:blipFill>
        <p:spPr>
          <a:xfrm>
            <a:off x="8825865" y="225107"/>
            <a:ext cx="2566035" cy="426085"/>
          </a:xfrm>
          <a:prstGeom prst="rect">
            <a:avLst/>
          </a:prstGeom>
          <a:noFill/>
          <a:ln>
            <a:noFill/>
          </a:ln>
        </p:spPr>
      </p:pic>
      <p:pic>
        <p:nvPicPr>
          <p:cNvPr id="142" name="Google Shape;142;p4"/>
          <p:cNvPicPr preferRelativeResize="0"/>
          <p:nvPr/>
        </p:nvPicPr>
        <p:blipFill>
          <a:blip r:embed="rId4">
            <a:alphaModFix/>
          </a:blip>
          <a:stretch>
            <a:fillRect/>
          </a:stretch>
        </p:blipFill>
        <p:spPr>
          <a:xfrm>
            <a:off x="1602100" y="2288398"/>
            <a:ext cx="8987799" cy="2784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49b853f798_0_0"/>
          <p:cNvSpPr txBox="1"/>
          <p:nvPr>
            <p:ph type="title"/>
          </p:nvPr>
        </p:nvSpPr>
        <p:spPr>
          <a:xfrm>
            <a:off x="700635" y="914400"/>
            <a:ext cx="10691400" cy="13077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s-MX">
                <a:latin typeface="Times New Roman"/>
                <a:ea typeface="Times New Roman"/>
                <a:cs typeface="Times New Roman"/>
                <a:sym typeface="Times New Roman"/>
              </a:rPr>
              <a:t>RECURSOS</a:t>
            </a:r>
            <a:endParaRPr>
              <a:latin typeface="Times New Roman"/>
              <a:ea typeface="Times New Roman"/>
              <a:cs typeface="Times New Roman"/>
              <a:sym typeface="Times New Roman"/>
            </a:endParaRPr>
          </a:p>
        </p:txBody>
      </p:sp>
      <p:sp>
        <p:nvSpPr>
          <p:cNvPr id="148" name="Google Shape;148;g349b853f798_0_0"/>
          <p:cNvSpPr txBox="1"/>
          <p:nvPr>
            <p:ph idx="1" type="body"/>
          </p:nvPr>
        </p:nvSpPr>
        <p:spPr>
          <a:xfrm>
            <a:off x="700625" y="1719751"/>
            <a:ext cx="10691400" cy="42420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Clr>
                <a:schemeClr val="dk1"/>
              </a:buClr>
              <a:buSzPts val="1100"/>
              <a:buFont typeface="Arial"/>
              <a:buNone/>
            </a:pPr>
            <a:r>
              <a:rPr lang="es-MX" sz="1600"/>
              <a:t>Equipo de desarrolladores con experiencia en inteligencia artificial, procesamiento de lenguaje natural y animación 3D. Herramientas de desarrollo y plataformas de IA como TensorFlow, PyTorch, y software de animación como Unity, Blender, Mixamo, Sketchfab y Nvidia.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3e746232de_0_0"/>
          <p:cNvSpPr txBox="1"/>
          <p:nvPr>
            <p:ph type="title"/>
          </p:nvPr>
        </p:nvSpPr>
        <p:spPr>
          <a:xfrm>
            <a:off x="700635" y="914400"/>
            <a:ext cx="10691400" cy="13077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s-MX">
                <a:latin typeface="Lustria"/>
                <a:ea typeface="Lustria"/>
                <a:cs typeface="Lustria"/>
                <a:sym typeface="Lustria"/>
              </a:rPr>
              <a:t>DIAGRAMA DE MACROPROCESO</a:t>
            </a:r>
            <a:endParaRPr>
              <a:latin typeface="Lustria"/>
              <a:ea typeface="Lustria"/>
              <a:cs typeface="Lustria"/>
              <a:sym typeface="Lustria"/>
            </a:endParaRPr>
          </a:p>
        </p:txBody>
      </p:sp>
      <p:sp>
        <p:nvSpPr>
          <p:cNvPr id="154" name="Google Shape;154;g33e746232de_0_0"/>
          <p:cNvSpPr txBox="1"/>
          <p:nvPr>
            <p:ph idx="1" type="body"/>
          </p:nvPr>
        </p:nvSpPr>
        <p:spPr>
          <a:xfrm>
            <a:off x="700635" y="2221992"/>
            <a:ext cx="10691400" cy="37398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55" name="Google Shape;155;g33e746232de_0_0"/>
          <p:cNvPicPr preferRelativeResize="0"/>
          <p:nvPr/>
        </p:nvPicPr>
        <p:blipFill>
          <a:blip r:embed="rId3">
            <a:alphaModFix/>
          </a:blip>
          <a:stretch>
            <a:fillRect/>
          </a:stretch>
        </p:blipFill>
        <p:spPr>
          <a:xfrm>
            <a:off x="1529014" y="1683925"/>
            <a:ext cx="9034617" cy="4277875"/>
          </a:xfrm>
          <a:prstGeom prst="rect">
            <a:avLst/>
          </a:prstGeom>
          <a:noFill/>
          <a:ln>
            <a:noFill/>
          </a:ln>
        </p:spPr>
      </p:pic>
      <p:pic>
        <p:nvPicPr>
          <p:cNvPr id="156" name="Google Shape;156;g33e746232de_0_0"/>
          <p:cNvPicPr preferRelativeResize="0"/>
          <p:nvPr/>
        </p:nvPicPr>
        <p:blipFill rotWithShape="1">
          <a:blip r:embed="rId4">
            <a:alphaModFix/>
          </a:blip>
          <a:srcRect b="0" l="0" r="0" t="0"/>
          <a:stretch/>
        </p:blipFill>
        <p:spPr>
          <a:xfrm>
            <a:off x="8825865" y="225107"/>
            <a:ext cx="2566038" cy="42608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5"/>
          <p:cNvSpPr txBox="1"/>
          <p:nvPr>
            <p:ph type="title"/>
          </p:nvPr>
        </p:nvSpPr>
        <p:spPr>
          <a:xfrm>
            <a:off x="578917" y="102459"/>
            <a:ext cx="10691265" cy="130759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Times New Roman"/>
              <a:buNone/>
            </a:pPr>
            <a:r>
              <a:rPr lang="es-MX">
                <a:latin typeface="Times New Roman"/>
                <a:ea typeface="Times New Roman"/>
                <a:cs typeface="Times New Roman"/>
                <a:sym typeface="Times New Roman"/>
              </a:rPr>
              <a:t>CARTA GANTT</a:t>
            </a:r>
            <a:endParaRPr>
              <a:latin typeface="Times New Roman"/>
              <a:ea typeface="Times New Roman"/>
              <a:cs typeface="Times New Roman"/>
              <a:sym typeface="Times New Roman"/>
            </a:endParaRPr>
          </a:p>
        </p:txBody>
      </p:sp>
      <p:sp>
        <p:nvSpPr>
          <p:cNvPr id="162" name="Google Shape;162;p5"/>
          <p:cNvSpPr txBox="1"/>
          <p:nvPr>
            <p:ph idx="1" type="body"/>
          </p:nvPr>
        </p:nvSpPr>
        <p:spPr>
          <a:xfrm>
            <a:off x="700635" y="2221992"/>
            <a:ext cx="10691265" cy="3739896"/>
          </a:xfrm>
          <a:prstGeom prst="rect">
            <a:avLst/>
          </a:prstGeom>
          <a:noFill/>
          <a:ln>
            <a:noFill/>
          </a:ln>
        </p:spPr>
        <p:txBody>
          <a:bodyPr anchorCtr="0" anchor="t" bIns="45700" lIns="91425" spcFirstLastPara="1" rIns="91425" wrap="square" tIns="45700">
            <a:normAutofit/>
          </a:bodyPr>
          <a:lstStyle/>
          <a:p>
            <a:pPr indent="-101600" lvl="0" marL="228600" rtl="0" algn="l">
              <a:lnSpc>
                <a:spcPct val="110000"/>
              </a:lnSpc>
              <a:spcBef>
                <a:spcPts val="0"/>
              </a:spcBef>
              <a:spcAft>
                <a:spcPts val="0"/>
              </a:spcAft>
              <a:buClr>
                <a:schemeClr val="dk1"/>
              </a:buClr>
              <a:buSzPts val="2000"/>
              <a:buNone/>
            </a:pPr>
            <a:r>
              <a:t/>
            </a:r>
            <a:endParaRPr/>
          </a:p>
        </p:txBody>
      </p:sp>
      <p:pic>
        <p:nvPicPr>
          <p:cNvPr id="163" name="Google Shape;163;p5"/>
          <p:cNvPicPr preferRelativeResize="0"/>
          <p:nvPr/>
        </p:nvPicPr>
        <p:blipFill rotWithShape="1">
          <a:blip r:embed="rId3">
            <a:alphaModFix/>
          </a:blip>
          <a:srcRect b="0" l="0" r="0" t="0"/>
          <a:stretch/>
        </p:blipFill>
        <p:spPr>
          <a:xfrm>
            <a:off x="8825865" y="277099"/>
            <a:ext cx="2566035" cy="426085"/>
          </a:xfrm>
          <a:prstGeom prst="rect">
            <a:avLst/>
          </a:prstGeom>
          <a:noFill/>
          <a:ln>
            <a:noFill/>
          </a:ln>
        </p:spPr>
      </p:pic>
      <p:pic>
        <p:nvPicPr>
          <p:cNvPr id="164" name="Google Shape;164;p5"/>
          <p:cNvPicPr preferRelativeResize="0"/>
          <p:nvPr/>
        </p:nvPicPr>
        <p:blipFill>
          <a:blip r:embed="rId4">
            <a:alphaModFix/>
          </a:blip>
          <a:stretch>
            <a:fillRect/>
          </a:stretch>
        </p:blipFill>
        <p:spPr>
          <a:xfrm>
            <a:off x="507025" y="802375"/>
            <a:ext cx="10835026" cy="58988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6"/>
          <p:cNvSpPr txBox="1"/>
          <p:nvPr>
            <p:ph type="title"/>
          </p:nvPr>
        </p:nvSpPr>
        <p:spPr>
          <a:xfrm>
            <a:off x="700635" y="914400"/>
            <a:ext cx="10691265" cy="130759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Font typeface="Times New Roman"/>
              <a:buNone/>
            </a:pPr>
            <a:r>
              <a:rPr lang="es-MX">
                <a:latin typeface="Times New Roman"/>
                <a:ea typeface="Times New Roman"/>
                <a:cs typeface="Times New Roman"/>
                <a:sym typeface="Times New Roman"/>
              </a:rPr>
              <a:t>BIBLIOGRAFÍA</a:t>
            </a:r>
            <a:endParaRPr>
              <a:latin typeface="Times New Roman"/>
              <a:ea typeface="Times New Roman"/>
              <a:cs typeface="Times New Roman"/>
              <a:sym typeface="Times New Roman"/>
            </a:endParaRPr>
          </a:p>
        </p:txBody>
      </p:sp>
      <p:sp>
        <p:nvSpPr>
          <p:cNvPr id="170" name="Google Shape;170;p6"/>
          <p:cNvSpPr txBox="1"/>
          <p:nvPr>
            <p:ph idx="1" type="body"/>
          </p:nvPr>
        </p:nvSpPr>
        <p:spPr>
          <a:xfrm>
            <a:off x="700625" y="1511577"/>
            <a:ext cx="10647300" cy="44502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1200"/>
              </a:spcBef>
              <a:spcAft>
                <a:spcPts val="0"/>
              </a:spcAft>
              <a:buClr>
                <a:schemeClr val="dk1"/>
              </a:buClr>
              <a:buSzPct val="40740"/>
              <a:buFont typeface="Arial"/>
              <a:buNone/>
            </a:pPr>
            <a:r>
              <a:rPr lang="es-MX" sz="2700"/>
              <a:t>Rodríguez Lemos, J. P., &amp; Gómez Adrada, C. D. (s.f.). </a:t>
            </a:r>
            <a:r>
              <a:rPr b="1" lang="es-MX" sz="2700"/>
              <a:t>Prototipo de sistema traductor de lengua de señas colombiana mediante el uso de inteligencia artificial</a:t>
            </a:r>
            <a:r>
              <a:rPr lang="es-MX" sz="2700"/>
              <a:t>. Universidad Autónoma de Occidente.</a:t>
            </a:r>
            <a:r>
              <a:rPr lang="es-MX" sz="2700">
                <a:uFill>
                  <a:noFill/>
                </a:uFill>
                <a:hlinkClick r:id="rId3"/>
              </a:rPr>
              <a:t> </a:t>
            </a:r>
            <a:r>
              <a:rPr lang="es-MX" sz="2700" u="sng">
                <a:solidFill>
                  <a:schemeClr val="hlink"/>
                </a:solidFill>
                <a:hlinkClick r:id="rId4"/>
              </a:rPr>
              <a:t>https://red.uao.edu.co/entities/publication/b0d33a45-a852-439b-91a5-6062d57e4785</a:t>
            </a:r>
            <a:endParaRPr sz="2700" u="sng">
              <a:solidFill>
                <a:schemeClr val="hlink"/>
              </a:solidFill>
            </a:endParaRPr>
          </a:p>
          <a:p>
            <a:pPr indent="0" lvl="0" marL="0" rtl="0" algn="l">
              <a:lnSpc>
                <a:spcPct val="115000"/>
              </a:lnSpc>
              <a:spcBef>
                <a:spcPts val="1200"/>
              </a:spcBef>
              <a:spcAft>
                <a:spcPts val="0"/>
              </a:spcAft>
              <a:buClr>
                <a:schemeClr val="dk1"/>
              </a:buClr>
              <a:buSzPct val="40740"/>
              <a:buFont typeface="Arial"/>
              <a:buNone/>
            </a:pPr>
            <a:r>
              <a:rPr lang="es-MX" sz="2700"/>
              <a:t>Autores desconocidos. (s.f.). </a:t>
            </a:r>
            <a:r>
              <a:rPr b="1" lang="es-MX" sz="2700"/>
              <a:t>Reconocimiento de lengua de señas colombiana mediante redes neuronales convolucionales y captura de movimiento</a:t>
            </a:r>
            <a:r>
              <a:rPr lang="es-MX" sz="2700"/>
              <a:t>. </a:t>
            </a:r>
            <a:r>
              <a:rPr i="1" lang="es-MX" sz="2700"/>
              <a:t>Tecnura, 26</a:t>
            </a:r>
            <a:r>
              <a:rPr lang="es-MX" sz="2700"/>
              <a:t>(74), 70-83.</a:t>
            </a:r>
            <a:r>
              <a:rPr lang="es-MX" sz="2700">
                <a:uFill>
                  <a:noFill/>
                </a:uFill>
                <a:hlinkClick r:id="rId5"/>
              </a:rPr>
              <a:t> </a:t>
            </a:r>
            <a:r>
              <a:rPr lang="es-MX" sz="2700" u="sng">
                <a:solidFill>
                  <a:schemeClr val="hlink"/>
                </a:solidFill>
                <a:hlinkClick r:id="rId6"/>
              </a:rPr>
              <a:t>http://www.scielo.org.co/pdf/tecn/v26n74/0123-921X-tecn-26-74-70.pdf</a:t>
            </a:r>
            <a:endParaRPr sz="2700" u="sng">
              <a:solidFill>
                <a:schemeClr val="hlink"/>
              </a:solidFill>
            </a:endParaRPr>
          </a:p>
          <a:p>
            <a:pPr indent="0" lvl="0" marL="0" rtl="0" algn="l">
              <a:lnSpc>
                <a:spcPct val="115000"/>
              </a:lnSpc>
              <a:spcBef>
                <a:spcPts val="1200"/>
              </a:spcBef>
              <a:spcAft>
                <a:spcPts val="0"/>
              </a:spcAft>
              <a:buClr>
                <a:schemeClr val="dk1"/>
              </a:buClr>
              <a:buSzPct val="40740"/>
              <a:buFont typeface="Arial"/>
              <a:buNone/>
            </a:pPr>
            <a:r>
              <a:rPr lang="es-MX" sz="2700"/>
              <a:t>Autores desconocidos. (s.f.). </a:t>
            </a:r>
            <a:r>
              <a:rPr b="1" lang="es-MX" sz="2700"/>
              <a:t>Aplicación de la inteligencia artificial para la traducción automática de lengua de señas</a:t>
            </a:r>
            <a:r>
              <a:rPr lang="es-MX" sz="2700"/>
              <a:t>. </a:t>
            </a:r>
            <a:r>
              <a:rPr i="1" lang="es-MX" sz="2700"/>
              <a:t>Revista RIMI</a:t>
            </a:r>
            <a:r>
              <a:rPr lang="es-MX" sz="2700"/>
              <a:t>.</a:t>
            </a:r>
            <a:r>
              <a:rPr lang="es-MX" sz="2700">
                <a:uFill>
                  <a:noFill/>
                </a:uFill>
                <a:hlinkClick r:id="rId7"/>
              </a:rPr>
              <a:t> </a:t>
            </a:r>
            <a:r>
              <a:rPr lang="es-MX" sz="2700" u="sng">
                <a:solidFill>
                  <a:schemeClr val="hlink"/>
                </a:solidFill>
                <a:hlinkClick r:id="rId8"/>
              </a:rPr>
              <a:t>https://revistarimi.net/index.php/home/article/view/116/128</a:t>
            </a:r>
            <a:endParaRPr sz="2700" u="sng">
              <a:solidFill>
                <a:schemeClr val="hlink"/>
              </a:solidFill>
            </a:endParaRPr>
          </a:p>
          <a:p>
            <a:pPr indent="0" lvl="0" marL="0" rtl="0" algn="l">
              <a:lnSpc>
                <a:spcPct val="115000"/>
              </a:lnSpc>
              <a:spcBef>
                <a:spcPts val="1200"/>
              </a:spcBef>
              <a:spcAft>
                <a:spcPts val="0"/>
              </a:spcAft>
              <a:buClr>
                <a:schemeClr val="dk1"/>
              </a:buClr>
              <a:buSzPct val="40740"/>
              <a:buFont typeface="Arial"/>
              <a:buNone/>
            </a:pPr>
            <a:r>
              <a:rPr lang="es-MX" sz="2700"/>
              <a:t>Autores desconocidos. (s.f.). </a:t>
            </a:r>
            <a:r>
              <a:rPr b="1" lang="es-MX" sz="2700"/>
              <a:t>Reconocimiento de señas de la Lengua de Señas Mexicana mediante técnicas de Machine Learning</a:t>
            </a:r>
            <a:r>
              <a:rPr lang="es-MX" sz="2700"/>
              <a:t>. </a:t>
            </a:r>
            <a:r>
              <a:rPr i="1" lang="es-MX" sz="2700"/>
              <a:t>Xikua Revista Científica</a:t>
            </a:r>
            <a:r>
              <a:rPr lang="es-MX" sz="2700"/>
              <a:t>.</a:t>
            </a:r>
            <a:r>
              <a:rPr lang="es-MX" sz="2700">
                <a:uFill>
                  <a:noFill/>
                </a:uFill>
                <a:hlinkClick r:id="rId9"/>
              </a:rPr>
              <a:t> </a:t>
            </a:r>
            <a:r>
              <a:rPr lang="es-MX" sz="2700" u="sng">
                <a:solidFill>
                  <a:schemeClr val="hlink"/>
                </a:solidFill>
                <a:hlinkClick r:id="rId10"/>
              </a:rPr>
              <a:t>https://repository.uaeh.edu.mx/revistas/index.php/xikua/article/view/12696/11487</a:t>
            </a:r>
            <a:endParaRPr sz="2700" u="sng">
              <a:solidFill>
                <a:schemeClr val="hlink"/>
              </a:solidFill>
            </a:endParaRPr>
          </a:p>
          <a:p>
            <a:pPr indent="0" lvl="0" marL="0" rtl="0" algn="l">
              <a:lnSpc>
                <a:spcPct val="115000"/>
              </a:lnSpc>
              <a:spcBef>
                <a:spcPts val="1200"/>
              </a:spcBef>
              <a:spcAft>
                <a:spcPts val="0"/>
              </a:spcAft>
              <a:buClr>
                <a:schemeClr val="dk1"/>
              </a:buClr>
              <a:buSzPct val="40740"/>
              <a:buFont typeface="Arial"/>
              <a:buNone/>
            </a:pPr>
            <a:r>
              <a:rPr lang="es-MX" sz="2700"/>
              <a:t>Autores desconocidos. (s.f.). </a:t>
            </a:r>
            <a:r>
              <a:rPr b="1" lang="es-MX" sz="2700"/>
              <a:t>Ajuste de hiperparámetros de una red neuronal convolucional para el reconocimiento de lengua de señas</a:t>
            </a:r>
            <a:r>
              <a:rPr lang="es-MX" sz="2700"/>
              <a:t>. </a:t>
            </a:r>
            <a:r>
              <a:rPr i="1" lang="es-MX" sz="2700"/>
              <a:t>Revista Conciencia</a:t>
            </a:r>
            <a:r>
              <a:rPr lang="es-MX" sz="2700"/>
              <a:t>.</a:t>
            </a:r>
            <a:r>
              <a:rPr lang="es-MX" sz="2700">
                <a:uFill>
                  <a:noFill/>
                </a:uFill>
                <a:hlinkClick r:id="rId11"/>
              </a:rPr>
              <a:t> </a:t>
            </a:r>
            <a:r>
              <a:rPr lang="es-MX" sz="2700" u="sng">
                <a:solidFill>
                  <a:schemeClr val="hlink"/>
                </a:solidFill>
                <a:hlinkClick r:id="rId12"/>
              </a:rPr>
              <a:t>http://revistas.sena.edu.co/index.php/conciencia/article/download/3926/4602</a:t>
            </a:r>
            <a:endParaRPr sz="2700" u="sng">
              <a:solidFill>
                <a:schemeClr val="hlink"/>
              </a:solidFill>
            </a:endParaRPr>
          </a:p>
          <a:p>
            <a:pPr indent="0" lvl="0" marL="0" rtl="0" algn="l">
              <a:lnSpc>
                <a:spcPct val="115000"/>
              </a:lnSpc>
              <a:spcBef>
                <a:spcPts val="1200"/>
              </a:spcBef>
              <a:spcAft>
                <a:spcPts val="0"/>
              </a:spcAft>
              <a:buClr>
                <a:schemeClr val="dk1"/>
              </a:buClr>
              <a:buSzPct val="40740"/>
              <a:buFont typeface="Arial"/>
              <a:buNone/>
            </a:pPr>
            <a:r>
              <a:rPr lang="es-MX" sz="2700"/>
              <a:t>Rivas, D. (s.f.). </a:t>
            </a:r>
            <a:r>
              <a:rPr b="1" lang="es-MX" sz="2700"/>
              <a:t>Sistemas de predicción de lenguas visogestuales basados en IA y su aplicación en la Lengua de Señas Mexicana (LSM)</a:t>
            </a:r>
            <a:r>
              <a:rPr lang="es-MX" sz="2700"/>
              <a:t>. </a:t>
            </a:r>
            <a:r>
              <a:rPr i="1" lang="es-MX" sz="2700"/>
              <a:t>ResearchGate</a:t>
            </a:r>
            <a:r>
              <a:rPr lang="es-MX" sz="2700"/>
              <a:t>.</a:t>
            </a:r>
            <a:r>
              <a:rPr lang="es-MX" sz="2700">
                <a:uFill>
                  <a:noFill/>
                </a:uFill>
                <a:hlinkClick r:id="rId13"/>
              </a:rPr>
              <a:t> </a:t>
            </a:r>
            <a:r>
              <a:rPr lang="es-MX" sz="2700" u="sng">
                <a:solidFill>
                  <a:schemeClr val="hlink"/>
                </a:solidFill>
                <a:hlinkClick r:id="rId14"/>
              </a:rPr>
              <a:t>https://www.researchgate.net/profile/Diego-Rivas-2/publication/386082481_Apuntes_para_una_breve_prehistoria_filosofica_de_la_IA/links/6750bff73d17281c7df96a74/Apuntes-para-una-breve-prehistoria-filosofica-de-la-IA.pdf#page=211</a:t>
            </a:r>
            <a:endParaRPr sz="2700" u="sng">
              <a:solidFill>
                <a:schemeClr val="hlink"/>
              </a:solidFill>
            </a:endParaRPr>
          </a:p>
          <a:p>
            <a:pPr indent="0" lvl="0" marL="0" rtl="0" algn="l">
              <a:lnSpc>
                <a:spcPct val="115000"/>
              </a:lnSpc>
              <a:spcBef>
                <a:spcPts val="1200"/>
              </a:spcBef>
              <a:spcAft>
                <a:spcPts val="0"/>
              </a:spcAft>
              <a:buClr>
                <a:schemeClr val="dk1"/>
              </a:buClr>
              <a:buSzPct val="40740"/>
              <a:buFont typeface="Arial"/>
              <a:buNone/>
            </a:pPr>
            <a:r>
              <a:rPr lang="es-MX" sz="2700"/>
              <a:t>Autores desconocidos. (s.f.). </a:t>
            </a:r>
            <a:r>
              <a:rPr b="1" lang="es-MX" sz="2700"/>
              <a:t>Modelo para la creación y uso de un repositorio digital de segmentos visuales en lengua de señas mexicanas utilizando Inteligencias Artificial</a:t>
            </a:r>
            <a:r>
              <a:rPr lang="es-MX" sz="2700"/>
              <a:t>. </a:t>
            </a:r>
            <a:r>
              <a:rPr i="1" lang="es-MX" sz="2700"/>
              <a:t>Repositorio Nacional TecNM</a:t>
            </a:r>
            <a:r>
              <a:rPr lang="es-MX" sz="2700"/>
              <a:t>.</a:t>
            </a:r>
            <a:r>
              <a:rPr lang="es-MX" sz="2700">
                <a:uFill>
                  <a:noFill/>
                </a:uFill>
                <a:hlinkClick r:id="rId15"/>
              </a:rPr>
              <a:t> </a:t>
            </a:r>
            <a:r>
              <a:rPr lang="es-MX" sz="2700" u="sng">
                <a:solidFill>
                  <a:schemeClr val="hlink"/>
                </a:solidFill>
                <a:hlinkClick r:id="rId16"/>
              </a:rPr>
              <a:t>https://rinacional.tecnm.mx/jspui/handle/TecNM/5170</a:t>
            </a:r>
            <a:endParaRPr sz="2700" u="sng">
              <a:solidFill>
                <a:schemeClr val="hlink"/>
              </a:solidFill>
            </a:endParaRPr>
          </a:p>
          <a:p>
            <a:pPr indent="0" lvl="0" marL="0" rtl="0" algn="l">
              <a:lnSpc>
                <a:spcPct val="115000"/>
              </a:lnSpc>
              <a:spcBef>
                <a:spcPts val="1200"/>
              </a:spcBef>
              <a:spcAft>
                <a:spcPts val="0"/>
              </a:spcAft>
              <a:buClr>
                <a:schemeClr val="dk1"/>
              </a:buClr>
              <a:buSzPct val="40740"/>
              <a:buFont typeface="Arial"/>
              <a:buNone/>
            </a:pPr>
            <a:r>
              <a:rPr lang="es-MX" sz="2700"/>
              <a:t>Autores desconocidos. (s.f.). </a:t>
            </a:r>
            <a:r>
              <a:rPr b="1" lang="es-MX" sz="2700"/>
              <a:t>Desarrollo de un sistema que facilite el entrenamiento personalizado y la interpretación de la lengua de señas mexicana mediante la integración de un guante traductor y una aplicación móvil</a:t>
            </a:r>
            <a:r>
              <a:rPr lang="es-MX" sz="2700"/>
              <a:t>. </a:t>
            </a:r>
            <a:r>
              <a:rPr i="1" lang="es-MX" sz="2700"/>
              <a:t>Repositorio Ibero Puebla</a:t>
            </a:r>
            <a:r>
              <a:rPr lang="es-MX" sz="2700"/>
              <a:t>. http://repositorio.iberopuebla.mx/bitstream/handle/20.500.11777/6126/Sistema%20de%20Entrenamiento%20y%20Traducción%20de%20LSM_modalidad%20prototipo_resumen.pdf?sequence=2&amp;isAllowed=y</a:t>
            </a:r>
            <a:endParaRPr sz="2700"/>
          </a:p>
          <a:p>
            <a:pPr indent="0" lvl="0" marL="0" rtl="0" algn="l">
              <a:lnSpc>
                <a:spcPct val="115000"/>
              </a:lnSpc>
              <a:spcBef>
                <a:spcPts val="1200"/>
              </a:spcBef>
              <a:spcAft>
                <a:spcPts val="0"/>
              </a:spcAft>
              <a:buClr>
                <a:schemeClr val="dk1"/>
              </a:buClr>
              <a:buSzPct val="40740"/>
              <a:buFont typeface="Arial"/>
              <a:buNone/>
            </a:pPr>
            <a:r>
              <a:rPr lang="es-MX" sz="2700"/>
              <a:t>Autores desconocidos. (s.f.). </a:t>
            </a:r>
            <a:r>
              <a:rPr b="1" lang="es-MX" sz="2700"/>
              <a:t>Reconocimiento de lengua de señas con redes neuronales recurrentes</a:t>
            </a:r>
            <a:r>
              <a:rPr lang="es-MX" sz="2700"/>
              <a:t>. </a:t>
            </a:r>
            <a:r>
              <a:rPr i="1" lang="es-MX" sz="2700"/>
              <a:t>Universidad Nacional de La Plata</a:t>
            </a:r>
            <a:r>
              <a:rPr lang="es-MX" sz="2700"/>
              <a:t>.</a:t>
            </a:r>
            <a:r>
              <a:rPr lang="es-MX" sz="2700">
                <a:uFill>
                  <a:noFill/>
                </a:uFill>
                <a:hlinkClick r:id="rId17"/>
              </a:rPr>
              <a:t> </a:t>
            </a:r>
            <a:r>
              <a:rPr lang="es-MX" sz="2700" u="sng">
                <a:solidFill>
                  <a:schemeClr val="hlink"/>
                </a:solidFill>
                <a:hlinkClick r:id="rId18"/>
              </a:rPr>
              <a:t>https://sedici.unlp.edu.ar/bitstream/handle/10915/129853/Documento_completo.pdf-PDFA.pdf?sequence=1&amp;isAllowed=y</a:t>
            </a:r>
            <a:endParaRPr sz="2700" u="sng">
              <a:solidFill>
                <a:schemeClr val="hlink"/>
              </a:solidFill>
            </a:endParaRPr>
          </a:p>
          <a:p>
            <a:pPr indent="0" lvl="0" marL="0" rtl="0" algn="l">
              <a:lnSpc>
                <a:spcPct val="115000"/>
              </a:lnSpc>
              <a:spcBef>
                <a:spcPts val="1200"/>
              </a:spcBef>
              <a:spcAft>
                <a:spcPts val="0"/>
              </a:spcAft>
              <a:buClr>
                <a:schemeClr val="dk1"/>
              </a:buClr>
              <a:buSzPct val="40740"/>
              <a:buFont typeface="Arial"/>
              <a:buNone/>
            </a:pPr>
            <a:r>
              <a:rPr lang="es-MX" sz="2700"/>
              <a:t>Autores desconocidos. (s.f.). </a:t>
            </a:r>
            <a:r>
              <a:rPr b="1" lang="es-MX" sz="2700"/>
              <a:t>Herramienta tecnológica para el aprendizaje autónomo de la lengua de señas</a:t>
            </a:r>
            <a:r>
              <a:rPr lang="es-MX" sz="2700"/>
              <a:t>. </a:t>
            </a:r>
            <a:r>
              <a:rPr i="1" lang="es-MX" sz="2700"/>
              <a:t>Revista Espacios, 41</a:t>
            </a:r>
            <a:r>
              <a:rPr lang="es-MX" sz="2700"/>
              <a:t>(6), 21.</a:t>
            </a:r>
            <a:r>
              <a:rPr lang="es-MX" sz="2700">
                <a:uFill>
                  <a:noFill/>
                </a:uFill>
                <a:hlinkClick r:id="rId19"/>
              </a:rPr>
              <a:t> </a:t>
            </a:r>
            <a:r>
              <a:rPr lang="es-MX" sz="2700" u="sng">
                <a:solidFill>
                  <a:schemeClr val="hlink"/>
                </a:solidFill>
                <a:hlinkClick r:id="rId20"/>
              </a:rPr>
              <a:t>https://www.revistaespacios.com/a20v41n06/a20v41n06p21.pdf</a:t>
            </a:r>
            <a:endParaRPr sz="2700" u="sng">
              <a:solidFill>
                <a:schemeClr val="hlink"/>
              </a:solidFill>
            </a:endParaRPr>
          </a:p>
          <a:p>
            <a:pPr indent="0" lvl="0" marL="0" rtl="0" algn="l">
              <a:lnSpc>
                <a:spcPct val="115000"/>
              </a:lnSpc>
              <a:spcBef>
                <a:spcPts val="1200"/>
              </a:spcBef>
              <a:spcAft>
                <a:spcPts val="0"/>
              </a:spcAft>
              <a:buClr>
                <a:schemeClr val="dk1"/>
              </a:buClr>
              <a:buSzPct val="40740"/>
              <a:buFont typeface="Arial"/>
              <a:buNone/>
            </a:pPr>
            <a:r>
              <a:rPr lang="es-MX" sz="2700"/>
              <a:t>Autores desconocidos. (s.f.). </a:t>
            </a:r>
            <a:r>
              <a:rPr b="1" lang="es-MX" sz="2700"/>
              <a:t>Construcción de un prototipo electrónico traductor de lenguaje de señas a voz con base en procesamiento de imágenes</a:t>
            </a:r>
            <a:r>
              <a:rPr lang="es-MX" sz="2700"/>
              <a:t>. </a:t>
            </a:r>
            <a:r>
              <a:rPr i="1" lang="es-MX" sz="2700"/>
              <a:t>Escuela Superior Politécnica de Chimborazo</a:t>
            </a:r>
            <a:r>
              <a:rPr lang="es-MX" sz="2700"/>
              <a:t>.</a:t>
            </a:r>
            <a:r>
              <a:rPr lang="es-MX" sz="2700">
                <a:uFill>
                  <a:noFill/>
                </a:uFill>
                <a:hlinkClick r:id="rId21"/>
              </a:rPr>
              <a:t> </a:t>
            </a:r>
            <a:r>
              <a:rPr lang="es-MX" sz="2700" u="sng">
                <a:solidFill>
                  <a:schemeClr val="hlink"/>
                </a:solidFill>
                <a:hlinkClick r:id="rId22"/>
              </a:rPr>
              <a:t>http://dspace.espoch.edu.ec/bitstream/123456789/21641/1/108T0521.pdf</a:t>
            </a:r>
            <a:endParaRPr sz="2700" u="sng">
              <a:solidFill>
                <a:schemeClr val="hlink"/>
              </a:solidFill>
            </a:endParaRPr>
          </a:p>
          <a:p>
            <a:pPr indent="0" lvl="0" marL="0" rtl="0" algn="l">
              <a:lnSpc>
                <a:spcPct val="115000"/>
              </a:lnSpc>
              <a:spcBef>
                <a:spcPts val="1200"/>
              </a:spcBef>
              <a:spcAft>
                <a:spcPts val="0"/>
              </a:spcAft>
              <a:buClr>
                <a:schemeClr val="dk1"/>
              </a:buClr>
              <a:buSzPct val="40740"/>
              <a:buFont typeface="Arial"/>
              <a:buNone/>
            </a:pPr>
            <a:r>
              <a:rPr lang="es-MX" sz="2700"/>
              <a:t>Servicio Nacional de la Discapacidad de Chile (SENADIS). (s.f.). </a:t>
            </a:r>
            <a:r>
              <a:rPr b="1" lang="es-MX" sz="2700"/>
              <a:t>Ley que reconoce a la lengua de señas como lengua oficial de las personas sordas</a:t>
            </a:r>
            <a:r>
              <a:rPr lang="es-MX" sz="2700"/>
              <a:t>. </a:t>
            </a:r>
            <a:r>
              <a:rPr i="1" lang="es-MX" sz="2700"/>
              <a:t>Gobierno de Chile</a:t>
            </a:r>
            <a:r>
              <a:rPr lang="es-MX" sz="2700"/>
              <a:t>.</a:t>
            </a:r>
            <a:r>
              <a:rPr lang="es-MX" sz="2700">
                <a:uFill>
                  <a:noFill/>
                </a:uFill>
                <a:hlinkClick r:id="rId23"/>
              </a:rPr>
              <a:t> </a:t>
            </a:r>
            <a:r>
              <a:rPr lang="es-MX" sz="2700" u="sng">
                <a:solidFill>
                  <a:schemeClr val="hlink"/>
                </a:solidFill>
                <a:hlinkClick r:id="rId24"/>
              </a:rPr>
              <a:t>https://www.senadis.gob.cl/sala_prensa/d/noticias/8436/senadis-valparaiso-destaca-ley-que-reconoce-a-la-lengua-de-senas-como-lengua-oficial-de-las-personas-sordas</a:t>
            </a:r>
            <a:endParaRPr sz="2700" u="sng">
              <a:solidFill>
                <a:schemeClr val="hlink"/>
              </a:solidFill>
            </a:endParaRPr>
          </a:p>
          <a:p>
            <a:pPr indent="0" lvl="0" marL="0" rtl="0" algn="l">
              <a:lnSpc>
                <a:spcPct val="115000"/>
              </a:lnSpc>
              <a:spcBef>
                <a:spcPts val="1200"/>
              </a:spcBef>
              <a:spcAft>
                <a:spcPts val="0"/>
              </a:spcAft>
              <a:buClr>
                <a:schemeClr val="dk1"/>
              </a:buClr>
              <a:buSzPct val="40740"/>
              <a:buFont typeface="Arial"/>
              <a:buNone/>
            </a:pPr>
            <a:r>
              <a:rPr b="1" lang="es-MX" sz="2700"/>
              <a:t>Leyes chilenas sobre lengua de señas:</a:t>
            </a:r>
            <a:endParaRPr b="1" sz="2700"/>
          </a:p>
          <a:p>
            <a:pPr indent="0" lvl="0" marL="0" rtl="0" algn="l">
              <a:lnSpc>
                <a:spcPct val="115000"/>
              </a:lnSpc>
              <a:spcBef>
                <a:spcPts val="1200"/>
              </a:spcBef>
              <a:spcAft>
                <a:spcPts val="0"/>
              </a:spcAft>
              <a:buClr>
                <a:schemeClr val="dk1"/>
              </a:buClr>
              <a:buSzPct val="40740"/>
              <a:buFont typeface="Arial"/>
              <a:buNone/>
            </a:pPr>
            <a:r>
              <a:rPr lang="es-MX" sz="2700"/>
              <a:t>Congreso Nacional de Chile. (2010). </a:t>
            </a:r>
            <a:r>
              <a:rPr b="1" lang="es-MX" sz="2700"/>
              <a:t>Ley N° 20.422</a:t>
            </a:r>
            <a:r>
              <a:rPr lang="es-MX" sz="2700"/>
              <a:t>. Establece normas sobre igualdad de oportunidades e inclusión social de personas con discapacidad. Biblioteca del Congreso Nacional de Chile. https://www.bcn.cl/leychile/navegar?idNorma=1010903</a:t>
            </a:r>
            <a:endParaRPr sz="2700"/>
          </a:p>
          <a:p>
            <a:pPr indent="0" lvl="0" marL="0" rtl="0" algn="l">
              <a:lnSpc>
                <a:spcPct val="115000"/>
              </a:lnSpc>
              <a:spcBef>
                <a:spcPts val="1200"/>
              </a:spcBef>
              <a:spcAft>
                <a:spcPts val="0"/>
              </a:spcAft>
              <a:buClr>
                <a:schemeClr val="dk1"/>
              </a:buClr>
              <a:buSzPct val="40740"/>
              <a:buFont typeface="Arial"/>
              <a:buNone/>
            </a:pPr>
            <a:r>
              <a:rPr lang="es-MX" sz="2700"/>
              <a:t>Congreso Nacional de Chile. (2016). </a:t>
            </a:r>
            <a:r>
              <a:rPr b="1" lang="es-MX" sz="2700"/>
              <a:t>Ley N° 20.927</a:t>
            </a:r>
            <a:r>
              <a:rPr lang="es-MX" sz="2700"/>
              <a:t>. Regula la inclusión de interpretación en lengua de señas en campañas de servicio público, debates y emergencias. Biblioteca del Congreso Nacional de Chile. https://www.bcn.cl/leychile/navegar?idNorma=1090545</a:t>
            </a:r>
            <a:endParaRPr sz="2700"/>
          </a:p>
          <a:p>
            <a:pPr indent="0" lvl="0" marL="0" rtl="0" algn="l">
              <a:lnSpc>
                <a:spcPct val="115000"/>
              </a:lnSpc>
              <a:spcBef>
                <a:spcPts val="1200"/>
              </a:spcBef>
              <a:spcAft>
                <a:spcPts val="0"/>
              </a:spcAft>
              <a:buClr>
                <a:schemeClr val="dk1"/>
              </a:buClr>
              <a:buSzPct val="40740"/>
              <a:buFont typeface="Arial"/>
              <a:buNone/>
            </a:pPr>
            <a:r>
              <a:rPr lang="es-MX" sz="2700"/>
              <a:t>Congreso Nacional de Chile. (2021). </a:t>
            </a:r>
            <a:r>
              <a:rPr b="1" lang="es-MX" sz="2700"/>
              <a:t>Ley N° 21.303</a:t>
            </a:r>
            <a:r>
              <a:rPr lang="es-MX" sz="2700"/>
              <a:t>. Reconoce la lengua de señas chilena como medio de comunicación oficial de la comunidad sorda. Biblioteca del Congreso Nacional de Chile. https://www.bcn.cl/leychile/navegar?idNorma=1158179</a:t>
            </a:r>
            <a:endParaRPr sz="2700"/>
          </a:p>
          <a:p>
            <a:pPr indent="0" lvl="0" marL="228600" rtl="0" algn="l">
              <a:lnSpc>
                <a:spcPct val="110000"/>
              </a:lnSpc>
              <a:spcBef>
                <a:spcPts val="1200"/>
              </a:spcBef>
              <a:spcAft>
                <a:spcPts val="0"/>
              </a:spcAft>
              <a:buNone/>
            </a:pPr>
            <a:r>
              <a:t/>
            </a:r>
            <a:endParaRPr b="1" sz="3750">
              <a:solidFill>
                <a:srgbClr val="000000"/>
              </a:solidFill>
              <a:latin typeface="Times New Roman"/>
              <a:ea typeface="Times New Roman"/>
              <a:cs typeface="Times New Roman"/>
              <a:sym typeface="Times New Roman"/>
            </a:endParaRPr>
          </a:p>
          <a:p>
            <a:pPr indent="0" lvl="0" marL="0" rtl="0" algn="l">
              <a:lnSpc>
                <a:spcPct val="110000"/>
              </a:lnSpc>
              <a:spcBef>
                <a:spcPts val="1000"/>
              </a:spcBef>
              <a:spcAft>
                <a:spcPts val="0"/>
              </a:spcAft>
              <a:buClr>
                <a:schemeClr val="dk1"/>
              </a:buClr>
              <a:buSzPct val="100000"/>
              <a:buNone/>
            </a:pPr>
            <a:br>
              <a:rPr lang="es-MX"/>
            </a:br>
            <a:endParaRPr b="0"/>
          </a:p>
          <a:p>
            <a:pPr indent="-228600" lvl="0" marL="228600" rtl="0" algn="l">
              <a:lnSpc>
                <a:spcPct val="110000"/>
              </a:lnSpc>
              <a:spcBef>
                <a:spcPts val="1000"/>
              </a:spcBef>
              <a:spcAft>
                <a:spcPts val="0"/>
              </a:spcAft>
              <a:buClr>
                <a:schemeClr val="dk1"/>
              </a:buClr>
              <a:buSzPct val="100000"/>
              <a:buNone/>
            </a:pPr>
            <a:br>
              <a:rPr lang="es-MX"/>
            </a:br>
            <a:endParaRPr/>
          </a:p>
        </p:txBody>
      </p:sp>
      <p:pic>
        <p:nvPicPr>
          <p:cNvPr id="171" name="Google Shape;171;p6"/>
          <p:cNvPicPr preferRelativeResize="0"/>
          <p:nvPr/>
        </p:nvPicPr>
        <p:blipFill rotWithShape="1">
          <a:blip r:embed="rId25">
            <a:alphaModFix/>
          </a:blip>
          <a:srcRect b="0" l="0" r="0" t="0"/>
          <a:stretch/>
        </p:blipFill>
        <p:spPr>
          <a:xfrm>
            <a:off x="8825865" y="277099"/>
            <a:ext cx="2566035" cy="42608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cxnSp>
        <p:nvCxnSpPr>
          <p:cNvPr id="176" name="Google Shape;176;p7"/>
          <p:cNvCxnSpPr/>
          <p:nvPr/>
        </p:nvCxnSpPr>
        <p:spPr>
          <a:xfrm>
            <a:off x="800100" y="723900"/>
            <a:ext cx="10591800" cy="0"/>
          </a:xfrm>
          <a:prstGeom prst="straightConnector1">
            <a:avLst/>
          </a:prstGeom>
          <a:noFill/>
          <a:ln cap="flat" cmpd="sng" w="44450">
            <a:solidFill>
              <a:schemeClr val="dk1"/>
            </a:solidFill>
            <a:prstDash val="solid"/>
            <a:miter lim="800000"/>
            <a:headEnd len="sm" w="sm" type="none"/>
            <a:tailEnd len="sm" w="sm" type="none"/>
          </a:ln>
        </p:spPr>
      </p:cxnSp>
      <p:cxnSp>
        <p:nvCxnSpPr>
          <p:cNvPr id="177" name="Google Shape;177;p7"/>
          <p:cNvCxnSpPr/>
          <p:nvPr/>
        </p:nvCxnSpPr>
        <p:spPr>
          <a:xfrm>
            <a:off x="800100" y="6142781"/>
            <a:ext cx="10591800" cy="0"/>
          </a:xfrm>
          <a:prstGeom prst="straightConnector1">
            <a:avLst/>
          </a:prstGeom>
          <a:noFill/>
          <a:ln cap="flat" cmpd="sng" w="12700">
            <a:solidFill>
              <a:schemeClr val="dk1"/>
            </a:solidFill>
            <a:prstDash val="solid"/>
            <a:miter lim="800000"/>
            <a:headEnd len="sm" w="sm" type="none"/>
            <a:tailEnd len="sm" w="sm" type="none"/>
          </a:ln>
        </p:spPr>
      </p:cxnSp>
      <p:sp>
        <p:nvSpPr>
          <p:cNvPr id="178" name="Google Shape;178;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ustria"/>
              <a:ea typeface="Lustria"/>
              <a:cs typeface="Lustria"/>
              <a:sym typeface="Lustria"/>
            </a:endParaRPr>
          </a:p>
        </p:txBody>
      </p:sp>
      <p:sp>
        <p:nvSpPr>
          <p:cNvPr id="179" name="Google Shape;179;p7"/>
          <p:cNvSpPr txBox="1"/>
          <p:nvPr>
            <p:ph type="title"/>
          </p:nvPr>
        </p:nvSpPr>
        <p:spPr>
          <a:xfrm>
            <a:off x="685800" y="899025"/>
            <a:ext cx="4060500" cy="1653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3400"/>
              <a:buFont typeface="Open Sans"/>
              <a:buNone/>
            </a:pPr>
            <a:r>
              <a:t/>
            </a:r>
            <a:endParaRPr/>
          </a:p>
        </p:txBody>
      </p:sp>
      <p:cxnSp>
        <p:nvCxnSpPr>
          <p:cNvPr id="180" name="Google Shape;180;p7"/>
          <p:cNvCxnSpPr/>
          <p:nvPr/>
        </p:nvCxnSpPr>
        <p:spPr>
          <a:xfrm>
            <a:off x="800100" y="723900"/>
            <a:ext cx="1371600" cy="0"/>
          </a:xfrm>
          <a:prstGeom prst="straightConnector1">
            <a:avLst/>
          </a:prstGeom>
          <a:noFill/>
          <a:ln cap="flat" cmpd="sng" w="44450">
            <a:solidFill>
              <a:schemeClr val="dk1"/>
            </a:solidFill>
            <a:prstDash val="solid"/>
            <a:miter lim="800000"/>
            <a:headEnd len="sm" w="sm" type="none"/>
            <a:tailEnd len="sm" w="sm" type="none"/>
          </a:ln>
        </p:spPr>
      </p:cxnSp>
      <p:pic>
        <p:nvPicPr>
          <p:cNvPr id="181" name="Google Shape;181;p7"/>
          <p:cNvPicPr preferRelativeResize="0"/>
          <p:nvPr>
            <p:ph idx="1" type="body"/>
          </p:nvPr>
        </p:nvPicPr>
        <p:blipFill rotWithShape="1">
          <a:blip r:embed="rId3">
            <a:alphaModFix/>
          </a:blip>
          <a:srcRect b="0" l="0" r="0" t="0"/>
          <a:stretch/>
        </p:blipFill>
        <p:spPr>
          <a:xfrm>
            <a:off x="4038600" y="2813162"/>
            <a:ext cx="7353299" cy="123167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2025-03-25T21:18:55Z</dcterms:created>
  <dc:creator>Valentina Gomez</dc:creator>
</cp:coreProperties>
</file>